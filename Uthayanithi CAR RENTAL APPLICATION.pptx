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diagrams/layout1.xml" ContentType="application/vnd.openxmlformats-officedocument.drawingml.diagramLayout+xml"/>
  <Override PartName="/ppt/diagrams/data1.xml" ContentType="application/vnd.openxmlformats-officedocument.drawingml.diagramData+xml"/>
  <Override PartName="/ppt/diagrams/drawing1.xml" ContentType="application/vnd.ms-office.drawingml.diagramDrawing+xml"/>
  <Override PartName="/ppt/diagrams/colors1.xml" ContentType="application/vnd.openxmlformats-officedocument.drawingml.diagramColors+xml"/>
  <Override PartName="/ppt/diagrams/quickStyle1.xml" ContentType="application/vnd.openxmlformats-officedocument.drawingml.diagramStyle+xml"/>
  <Override PartName="/ppt/notesSlides/notesSlide7.xml" ContentType="application/vnd.openxmlformats-officedocument.presentationml.notesSlide+xml"/>
  <Override PartName="/ppt/slides/slide10.xml" ContentType="application/vnd.openxmlformats-officedocument.presentationml.slide+xml"/>
  <Override PartName="/ppt/notesSlides/notesSlide8.xml" ContentType="application/vnd.openxmlformats-officedocument.presentationml.notes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Slides/notesSlide9.xml" ContentType="application/vnd.openxmlformats-officedocument.presentationml.notesSlide+xml"/>
  <Override PartName="/ppt/slides/slide18.xml" ContentType="application/vnd.openxmlformats-officedocument.presentationml.slide+xml"/>
  <Override PartName="/ppt/notesSlides/notesSlide10.xml" ContentType="application/vnd.openxmlformats-officedocument.presentationml.notes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customXml/itemProps1.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autoCompressPictures="0" saveSubsetFonts="1" strictFirstAndLastChars="0">
  <p:sldMasterIdLst>
    <p:sldMasterId id="2147483648" r:id="rId1"/>
  </p:sldMasterIdLst>
  <p:notesMasterIdLst>
    <p:notesMasterId r:id="rId2"/>
  </p:notesMasterIdLst>
  <p:sldIdLst>
    <p:sldId id="257" r:id="rId3"/>
    <p:sldId id="258" r:id="rId4"/>
    <p:sldId id="259" r:id="rId5"/>
    <p:sldId id="260" r:id="rId6"/>
    <p:sldId id="261" r:id="rId7"/>
    <p:sldId id="262" r:id="rId8"/>
    <p:sldId id="263" r:id="rId9"/>
    <p:sldId id="264" r:id="rId10"/>
    <p:sldId id="265" r:id="rId11"/>
    <p:sldId id="266" r:id="rId12"/>
    <p:sldId id="268" r:id="rId13"/>
    <p:sldId id="269" r:id="rId14"/>
    <p:sldId id="270" r:id="rId15"/>
    <p:sldId id="271" r:id="rId16"/>
    <p:sldId id="272" r:id="rId17"/>
    <p:sldId id="273" r:id="rId18"/>
    <p:sldId id="274" r:id="rId19"/>
    <p:sldId id="275" r:id="rId20"/>
  </p:sldIdLst>
  <p:sldSz type="screen16x9" cy="5143500" cx="9144000"/>
  <p:notesSz cx="6858000" cy="9144000"/>
  <p:custShowLst>
    <p:custShow id="0" name="Custom Show 1">
      <p:sldLst>
        <p:sld r:id="rId3"/>
        <p:sld r:id="rId5"/>
        <p:sld r:id="rId6"/>
        <p:sld r:id="rId7"/>
        <p:sld r:id="rId11"/>
      </p:sldLst>
    </p:custShow>
  </p:custShowLst>
  <p:defaultText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showPr>
    <p:present/>
    <p:sldAll/>
    <p:penClr>
      <a:prstClr val="red"/>
    </p:penClr>
  </p:showPr>
  <p:clrMru>
    <a:srgbClr val="213264"/>
    <a:srgbClr val="841910"/>
    <a:srgbClr val="DFDDFB"/>
    <a:srgbClr val="213164"/>
    <a:srgbClr val="213163"/>
    <a:srgbClr val="E3E1FB"/>
    <a:srgbClr val="FFAB40"/>
    <a:srgbClr val="FFFFFF"/>
    <a:srgbClr val="0000FF"/>
    <a:srgbClr val="FFCD8C"/>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xmlns:r="http://schemas.openxmlformats.org/officeDocument/2006/relationships" xmlns:a="http://schemas.openxmlformats.org/drawingml/2006/main" lastView="sldThumbnailView">
  <p:normalViewPr>
    <p:restoredLeft sz="15620"/>
    <p:restoredTop sz="94660"/>
  </p:normalViewPr>
  <p:slideViewPr>
    <p:cSldViewPr snapToGrid="0">
      <p:cViewPr varScale="1">
        <p:scale>
          <a:sx n="141" d="100"/>
          <a:sy n="141" d="100"/>
        </p:scale>
        <p:origin x="126" y="162"/>
      </p:cViewPr>
      <p:guideLst>
        <p:guide orient="horz" pos="612"/>
        <p:guide pos="144"/>
        <p:guide orient="horz" pos="87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tableStyles" Target="tableStyles.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customXml" Target="../customXml/item1.xml"/><Relationship Id="rId25" Type="http://schemas.openxmlformats.org/officeDocument/2006/relationships/customXmlProps" Target="../customXml/itemProps1.xml"/><Relationship Id="rId26"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CE7D7BE-B1CD-41F1-9DDE-F3BBBC55BBFD}" type="doc">
      <dgm:prSet loTypeId="urn:microsoft.com/office/officeart/2011/layout/CircleProcess" loCatId="process" qsTypeId="urn:microsoft.com/office/officeart/2005/8/quickstyle/simple1" qsCatId="simple" csTypeId="urn:microsoft.com/office/officeart/2005/8/colors/accent1_2" csCatId="accent1" phldr="1"/>
      <dgm:spPr/>
      <dgm:t>
        <a:bodyPr/>
        <a:lstStyle/>
        <a:p>
          <a:endParaRPr lang="en-US"/>
        </a:p>
      </dgm:t>
    </dgm:pt>
    <dgm:pt modelId="{2660E8EA-4C38-4480-80FB-2EE5BA6984B3}" type="pres">
      <dgm:prSet presAssocID="{9CE7D7BE-B1CD-41F1-9DDE-F3BBBC55BBFD}" presName="Name0" presStyleCnt="0">
        <dgm:presLayoutVars>
          <dgm:chMax val="11"/>
          <dgm:chPref val="11"/>
          <dgm:dir/>
          <dgm:resizeHandles/>
        </dgm:presLayoutVars>
      </dgm:prSet>
      <dgm:spPr/>
    </dgm:pt>
  </dgm:ptLst>
  <dgm:cxnLst>
    <dgm:cxn modelId="{C84E9C6A-95CD-430E-B250-50748F350F7D}" type="presOf" srcId="{9CE7D7BE-B1CD-41F1-9DDE-F3BBBC55BBFD}" destId="{2660E8EA-4C38-4480-80FB-2EE5BA6984B3}" srcOrd="0" destOrd="0" presId="urn:microsoft.com/office/officeart/2011/layout/CircleProcess"/>
  </dgm:cxnLst>
  <dgm:bg/>
  <dgm:whole/>
  <dgm:extLst>
    <a:ext uri="http://schemas.microsoft.com/office/drawing/2008/diagram">
      <dsp:dataModelExt xmlns:dsp="http://schemas.microsoft.com/office/drawing/2008/diagram" relId="rId3"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11/layout/CircleProcess">
  <dgm:title val="Circle Process"/>
  <dgm:desc val="Use to show sequential steps in a process. Limited to eleven Level 1 shapes with an unlimited number of Level 2 shapes. Works best with small amounts of text. Unused text does not appear, but remains available if you switch layouts."/>
  <dgm:catLst>
    <dgm:cat type="process" pri="8500"/>
    <dgm:cat type="officeonline" pri="85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11"/>
      <dgm:chPref val="11"/>
      <dgm:dir/>
      <dgm:resizeHandles/>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5"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Parent2" refType="w" fact="0.6249"/>
              <dgm:constr type="t" for="ch" forName="Parent2" refType="h" fact="0.2022"/>
              <dgm:constr type="w" for="ch" forName="Parent2" refType="w" fact="0.3001"/>
              <dgm:constr type="h" for="ch" forName="Parent2" refType="h" fact="0.3799"/>
              <dgm:constr type="l" for="ch" forName="Parent1" refType="w" fact="0.1597"/>
              <dgm:constr type="t" for="ch" forName="Parent1" refType="h" fact="0.2022"/>
              <dgm:constr type="w" for="ch" forName="Parent1" refType="w" fact="0.3001"/>
              <dgm:constr type="h" for="ch" forName="Parent1" refType="h" fact="0.3799"/>
              <dgm:constr type="l" for="ch" forName="Accent2" refType="w" fact="0.5498"/>
              <dgm:constr type="t" for="ch" forName="Accent2" refType="h" fact="0.1072"/>
              <dgm:constr type="w" for="ch" forName="Accent2" refType="w" fact="0.4502"/>
              <dgm:constr type="h" for="ch" forName="Accent2" refType="h" fact="0.5699"/>
              <dgm:constr type="l" for="ch" forName="ParentBackground2" refType="w" fact="0.5648"/>
              <dgm:constr type="t" for="ch" forName="ParentBackground2" refType="h" fact="0.1262"/>
              <dgm:constr type="w" for="ch" forName="ParentBackground2" refType="w" fact="0.4201"/>
              <dgm:constr type="h" for="ch" forName="ParentBackground2" refType="h" fact="0.5319"/>
              <dgm:constr type="l" for="ch" forName="Child2" refType="w" fact="0.5648"/>
              <dgm:constr type="t" for="ch" forName="Child2" refType="h" fact="0.6876"/>
              <dgm:constr type="w" for="ch" forName="Child2" refType="w" fact="0.4201"/>
              <dgm:constr type="h" for="ch" forName="Child2" refType="h" fact="0.3124"/>
              <dgm:constr type="l" for="ch" forName="Accent1" refType="w" fact="-0.0086"/>
              <dgm:constr type="t" for="ch" forName="Accent1" refType="h" fact="-0.0109"/>
              <dgm:constr type="w" for="ch" forName="Accent1" refType="w" fact="0.6367"/>
              <dgm:constr type="h" for="ch" forName="Accent1" refType="h" fact="0.806"/>
              <dgm:constr type="l" for="ch" forName="ParentBackground1" refType="w" fact="0.0997"/>
              <dgm:constr type="t" for="ch" forName="ParentBackground1" refType="h" fact="0.1262"/>
              <dgm:constr type="w" for="ch" forName="ParentBackground1" refType="w" fact="0.4201"/>
              <dgm:constr type="h" for="ch" forName="ParentBackground1" refType="h" fact="0.5319"/>
              <dgm:constr type="l" for="ch" forName="Child1" refType="w" fact="0.0997"/>
              <dgm:constr type="t" for="ch" forName="Child1" refType="h" fact="0.6876"/>
              <dgm:constr type="w" for="ch" forName="Child1" refType="w" fact="0.4201"/>
              <dgm:constr type="h" for="ch" forName="Child1" refType="h" fact="0.3124"/>
            </dgm:constrLst>
          </dgm:if>
          <dgm:if name="Name6"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Parent3" refType="w" fact="0.744"/>
              <dgm:constr type="t" for="ch" forName="Parent3" refType="h" fact="0.2022"/>
              <dgm:constr type="w" for="ch" forName="Parent3" refType="w" fact="0.2048"/>
              <dgm:constr type="h" for="ch" forName="Parent3" refType="h" fact="0.3799"/>
              <dgm:constr type="l" for="ch" forName="Parent2" refType="w" fact="0.4265"/>
              <dgm:constr type="t" for="ch" forName="Parent2" refType="h" fact="0.2022"/>
              <dgm:constr type="w" for="ch" forName="Parent2" refType="w" fact="0.2048"/>
              <dgm:constr type="h" for="ch" forName="Parent2" refType="h" fact="0.3799"/>
              <dgm:constr type="l" for="ch" forName="Parent1" refType="w" fact="0.109"/>
              <dgm:constr type="t" for="ch" forName="Parent1" refType="h" fact="0.2022"/>
              <dgm:constr type="w" for="ch" forName="Parent1" refType="w" fact="0.2048"/>
              <dgm:constr type="h" for="ch" forName="Parent1" refType="h" fact="0.3799"/>
              <dgm:constr type="l" for="ch" forName="Accent3" refType="w" fact="0.6928"/>
              <dgm:constr type="t" for="ch" forName="Accent3" refType="h" fact="0.1072"/>
              <dgm:constr type="w" for="ch" forName="Accent3" refType="w" fact="0.3072"/>
              <dgm:constr type="h" for="ch" forName="Accent3" refType="h" fact="0.5699"/>
              <dgm:constr type="l" for="ch" forName="ParentBackground3" refType="w" fact="0.703"/>
              <dgm:constr type="t" for="ch" forName="ParentBackground3" refType="h" fact="0.1262"/>
              <dgm:constr type="w" for="ch" forName="ParentBackground3" refType="w" fact="0.2868"/>
              <dgm:constr type="h" for="ch" forName="ParentBackground3" refType="h" fact="0.5319"/>
              <dgm:constr type="l" for="ch" forName="Child3" refType="w" fact="0.703"/>
              <dgm:constr type="t" for="ch" forName="Child3" refType="h" fact="0.6876"/>
              <dgm:constr type="w" for="ch" forName="Child3" refType="w" fact="0.2868"/>
              <dgm:constr type="h" for="ch" forName="Child3" refType="h" fact="0.3124"/>
              <dgm:constr type="l" for="ch" forName="Accent2" refType="w" fact="0.3122"/>
              <dgm:constr type="t" for="ch" forName="Accent2" refType="h" fact="-0.0109"/>
              <dgm:constr type="w" for="ch" forName="Accent2" refType="w" fact="0.4334"/>
              <dgm:constr type="h" for="ch" forName="Accent2" refType="h" fact="0.806"/>
              <dgm:constr type="l" for="ch" forName="ParentBackground2" refType="w" fact="0.3855"/>
              <dgm:constr type="t" for="ch" forName="ParentBackground2" refType="h" fact="0.1262"/>
              <dgm:constr type="w" for="ch" forName="ParentBackground2" refType="w" fact="0.2868"/>
              <dgm:constr type="h" for="ch" forName="ParentBackground2" refType="h" fact="0.5319"/>
              <dgm:constr type="l" for="ch" forName="Child2" refType="w" fact="0.3855"/>
              <dgm:constr type="t" for="ch" forName="Child2" refType="h" fact="0.6876"/>
              <dgm:constr type="w" for="ch" forName="Child2" refType="w" fact="0.2868"/>
              <dgm:constr type="h" for="ch" forName="Child2" refType="h" fact="0.3124"/>
              <dgm:constr type="l" for="ch" forName="Accent1" refType="w" fact="-0.0053"/>
              <dgm:constr type="t" for="ch" forName="Accent1" refType="h" fact="-0.0109"/>
              <dgm:constr type="w" for="ch" forName="Accent1" refType="w" fact="0.4334"/>
              <dgm:constr type="h" for="ch" forName="Accent1" refType="h" fact="0.806"/>
              <dgm:constr type="l" for="ch" forName="ParentBackground1" refType="w" fact="0.068"/>
              <dgm:constr type="t" for="ch" forName="ParentBackground1" refType="h" fact="0.1262"/>
              <dgm:constr type="w" for="ch" forName="ParentBackground1" refType="w" fact="0.2868"/>
              <dgm:constr type="h" for="ch" forName="ParentBackground1" refType="h" fact="0.5319"/>
              <dgm:constr type="l" for="ch" forName="Child1" refType="w" fact="0.068"/>
              <dgm:constr type="t" for="ch" forName="Child1" refType="h" fact="0.6876"/>
              <dgm:constr type="w" for="ch" forName="Child1" refType="w" fact="0.2868"/>
              <dgm:constr type="h" for="ch" forName="Child1" refType="h" fact="0.3124"/>
            </dgm:constrLst>
          </dgm:if>
          <dgm:if name="Name7"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Parent4" refType="w" fact="0.8057"/>
              <dgm:constr type="t" for="ch" forName="Parent4" refType="h" fact="0.2022"/>
              <dgm:constr type="w" for="ch" forName="Parent4" refType="w" fact="0.1555"/>
              <dgm:constr type="h" for="ch" forName="Parent4" refType="h" fact="0.3799"/>
              <dgm:constr type="l" for="ch" forName="Parent3" refType="w" fact="0.5647"/>
              <dgm:constr type="t" for="ch" forName="Parent3" refType="h" fact="0.2022"/>
              <dgm:constr type="w" for="ch" forName="Parent3" refType="w" fact="0.1555"/>
              <dgm:constr type="h" for="ch" forName="Parent3" refType="h" fact="0.3799"/>
              <dgm:constr type="l" for="ch" forName="Parent2" refType="w" fact="0.3237"/>
              <dgm:constr type="t" for="ch" forName="Parent2" refType="h" fact="0.2022"/>
              <dgm:constr type="w" for="ch" forName="Parent2" refType="w" fact="0.1555"/>
              <dgm:constr type="h" for="ch" forName="Parent2" refType="h" fact="0.3799"/>
              <dgm:constr type="l" for="ch" forName="Parent1" refType="w" fact="0.0827"/>
              <dgm:constr type="t" for="ch" forName="Parent1" refType="h" fact="0.2022"/>
              <dgm:constr type="w" for="ch" forName="Parent1" refType="w" fact="0.1555"/>
              <dgm:constr type="h" for="ch" forName="Parent1" refType="h" fact="0.3799"/>
              <dgm:constr type="l" for="ch" forName="Accent4" refType="w" fact="0.7668"/>
              <dgm:constr type="t" for="ch" forName="Accent4" refType="h" fact="0.1072"/>
              <dgm:constr type="w" for="ch" forName="Accent4" refType="w" fact="0.2332"/>
              <dgm:constr type="h" for="ch" forName="Accent4" refType="h" fact="0.5699"/>
              <dgm:constr type="l" for="ch" forName="ParentBackground4" refType="w" fact="0.7746"/>
              <dgm:constr type="t" for="ch" forName="ParentBackground4" refType="h" fact="0.1262"/>
              <dgm:constr type="w" for="ch" forName="ParentBackground4" refType="w" fact="0.2177"/>
              <dgm:constr type="h" for="ch" forName="ParentBackground4" refType="h" fact="0.5319"/>
              <dgm:constr type="l" for="ch" forName="Child4" refType="w" fact="0.7746"/>
              <dgm:constr type="t" for="ch" forName="Child4" refType="h" fact="0.6876"/>
              <dgm:constr type="w" for="ch" forName="Child4" refType="w" fact="0.2177"/>
              <dgm:constr type="h" for="ch" forName="Child4" refType="h" fact="0.3124"/>
              <dgm:constr type="l" for="ch" forName="Accent3" refType="w" fact="0.4765"/>
              <dgm:constr type="t" for="ch" forName="Accent3" refType="h" fact="-0.0109"/>
              <dgm:constr type="w" for="ch" forName="Accent3" refType="w" fact="0.3298"/>
              <dgm:constr type="h" for="ch" forName="Accent3" refType="h" fact="0.806"/>
              <dgm:constr type="l" for="ch" forName="ParentBackground3" refType="w" fact="0.5336"/>
              <dgm:constr type="t" for="ch" forName="ParentBackground3" refType="h" fact="0.1262"/>
              <dgm:constr type="w" for="ch" forName="ParentBackground3" refType="w" fact="0.2177"/>
              <dgm:constr type="h" for="ch" forName="ParentBackground3" refType="h" fact="0.5319"/>
              <dgm:constr type="l" for="ch" forName="Child3" refType="w" fact="0.5336"/>
              <dgm:constr type="t" for="ch" forName="Child3" refType="h" fact="0.6876"/>
              <dgm:constr type="w" for="ch" forName="Child3" refType="w" fact="0.2177"/>
              <dgm:constr type="h" for="ch" forName="Child3" refType="h" fact="0.3124"/>
              <dgm:constr type="l" for="ch" forName="Accent2" refType="w" fact="0.2365"/>
              <dgm:constr type="t" for="ch" forName="Accent2" refType="h" fact="-0.0109"/>
              <dgm:constr type="w" for="ch" forName="Accent2" refType="w" fact="0.3298"/>
              <dgm:constr type="h" for="ch" forName="Accent2" refType="h" fact="0.806"/>
              <dgm:constr type="l" for="ch" forName="ParentBackground2" refType="w" fact="0.2926"/>
              <dgm:constr type="t" for="ch" forName="ParentBackground2" refType="h" fact="0.1262"/>
              <dgm:constr type="w" for="ch" forName="ParentBackground2" refType="w" fact="0.2177"/>
              <dgm:constr type="h" for="ch" forName="ParentBackground2" refType="h" fact="0.5319"/>
              <dgm:constr type="l" for="ch" forName="Child2" refType="w" fact="0.2926"/>
              <dgm:constr type="t" for="ch" forName="Child2" refType="h" fact="0.6876"/>
              <dgm:constr type="w" for="ch" forName="Child2" refType="w" fact="0.2177"/>
              <dgm:constr type="h" for="ch" forName="Child2" refType="h" fact="0.3124"/>
              <dgm:constr type="l" for="ch" forName="Accent1" refType="w" fact="-0.0045"/>
              <dgm:constr type="t" for="ch" forName="Accent1" refType="h" fact="-0.0109"/>
              <dgm:constr type="w" for="ch" forName="Accent1" refType="w" fact="0.3298"/>
              <dgm:constr type="h" for="ch" forName="Accent1" refType="h" fact="0.806"/>
              <dgm:constr type="l" for="ch" forName="ParentBackground1" refType="w" fact="0.0516"/>
              <dgm:constr type="t" for="ch" forName="ParentBackground1" refType="h" fact="0.1262"/>
              <dgm:constr type="w" for="ch" forName="ParentBackground1" refType="w" fact="0.2177"/>
              <dgm:constr type="h" for="ch" forName="ParentBackground1" refType="h" fact="0.5319"/>
              <dgm:constr type="l" for="ch" forName="Child1" refType="w" fact="0.0516"/>
              <dgm:constr type="t" for="ch" forName="Child1" refType="h" fact="0.6876"/>
              <dgm:constr type="w" for="ch" forName="Child1" refType="w" fact="0.2177"/>
              <dgm:constr type="h" for="ch" forName="Child1" refType="h" fact="0.3124"/>
            </dgm:constrLst>
          </dgm:if>
          <dgm:if name="Name8"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Parent5" refType="w" fact="0.8434"/>
              <dgm:constr type="t" for="ch" forName="Parent5" refType="h" fact="0.2022"/>
              <dgm:constr type="w" for="ch" forName="Parent5" refType="w" fact="0.1253"/>
              <dgm:constr type="h" for="ch" forName="Parent5" refType="h" fact="0.3799"/>
              <dgm:constr type="l" for="ch" forName="Parent4" refType="w" fact="0.6492"/>
              <dgm:constr type="t" for="ch" forName="Parent4" refType="h" fact="0.2022"/>
              <dgm:constr type="w" for="ch" forName="Parent4" refType="w" fact="0.1253"/>
              <dgm:constr type="h" for="ch" forName="Parent4" refType="h" fact="0.3799"/>
              <dgm:constr type="l" for="ch" forName="Parent3" refType="w" fact="0.455"/>
              <dgm:constr type="t" for="ch" forName="Parent3" refType="h" fact="0.2022"/>
              <dgm:constr type="w" for="ch" forName="Parent3" refType="w" fact="0.1253"/>
              <dgm:constr type="h" for="ch" forName="Parent3" refType="h" fact="0.3799"/>
              <dgm:constr type="l" for="ch" forName="Parent2" refType="w" fact="0.2609"/>
              <dgm:constr type="t" for="ch" forName="Parent2" refType="h" fact="0.2022"/>
              <dgm:constr type="w" for="ch" forName="Parent2" refType="w" fact="0.1253"/>
              <dgm:constr type="h" for="ch" forName="Parent2" refType="h" fact="0.3799"/>
              <dgm:constr type="l" for="ch" forName="Parent1" refType="w" fact="0.0667"/>
              <dgm:constr type="t" for="ch" forName="Parent1" refType="h" fact="0.2022"/>
              <dgm:constr type="w" for="ch" forName="Parent1" refType="w" fact="0.1253"/>
              <dgm:constr type="h" for="ch" forName="Parent1" refType="h" fact="0.3799"/>
              <dgm:constr type="l" for="ch" forName="Accent5" refType="w" fact="0.8121"/>
              <dgm:constr type="t" for="ch" forName="Accent5" refType="h" fact="0.1072"/>
              <dgm:constr type="w" for="ch" forName="Accent5" refType="w" fact="0.1879"/>
              <dgm:constr type="h" for="ch" forName="Accent5" refType="h" fact="0.5699"/>
              <dgm:constr type="l" for="ch" forName="ParentBackground5" refType="w" fact="0.8183"/>
              <dgm:constr type="t" for="ch" forName="ParentBackground5" refType="h" fact="0.1262"/>
              <dgm:constr type="w" for="ch" forName="ParentBackground5" refType="w" fact="0.1754"/>
              <dgm:constr type="h" for="ch" forName="ParentBackground5" refType="h" fact="0.5319"/>
              <dgm:constr type="l" for="ch" forName="Child5" refType="w" fact="0.8183"/>
              <dgm:constr type="t" for="ch" forName="Child5" refType="h" fact="0.6876"/>
              <dgm:constr type="w" for="ch" forName="Child5" refType="w" fact="0.1754"/>
              <dgm:constr type="h" for="ch" forName="Child5" refType="h" fact="0.3124"/>
              <dgm:constr type="l" for="ch" forName="Accent4" refType="w" fact="0.5789"/>
              <dgm:constr type="t" for="ch" forName="Accent4" refType="h" fact="-0.0109"/>
              <dgm:constr type="w" for="ch" forName="Accent4" refType="w" fact="0.2657"/>
              <dgm:constr type="h" for="ch" forName="Accent4" refType="h" fact="0.806"/>
              <dgm:constr type="l" for="ch" forName="ParentBackground4" refType="w" fact="0.6242"/>
              <dgm:constr type="t" for="ch" forName="ParentBackground4" refType="h" fact="0.1262"/>
              <dgm:constr type="w" for="ch" forName="ParentBackground4" refType="w" fact="0.1754"/>
              <dgm:constr type="h" for="ch" forName="ParentBackground4" refType="h" fact="0.5319"/>
              <dgm:constr type="l" for="ch" forName="Child4" refType="w" fact="0.6242"/>
              <dgm:constr type="t" for="ch" forName="Child4" refType="h" fact="0.6876"/>
              <dgm:constr type="w" for="ch" forName="Child4" refType="w" fact="0.1754"/>
              <dgm:constr type="h" for="ch" forName="Child4" refType="h" fact="0.3124"/>
              <dgm:constr type="l" for="ch" forName="Accent3" refType="w" fact="0.3848"/>
              <dgm:constr type="t" for="ch" forName="Accent3" refType="h" fact="-0.0109"/>
              <dgm:constr type="w" for="ch" forName="Accent3" refType="w" fact="0.2657"/>
              <dgm:constr type="h" for="ch" forName="Accent3" refType="h" fact="0.806"/>
              <dgm:constr type="l" for="ch" forName="ParentBackground3" refType="w" fact="0.43"/>
              <dgm:constr type="t" for="ch" forName="ParentBackground3" refType="h" fact="0.1262"/>
              <dgm:constr type="w" for="ch" forName="ParentBackground3" refType="w" fact="0.1754"/>
              <dgm:constr type="h" for="ch" forName="ParentBackground3" refType="h" fact="0.5319"/>
              <dgm:constr type="l" for="ch" forName="Child3" refType="w" fact="0.43"/>
              <dgm:constr type="t" for="ch" forName="Child3" refType="h" fact="0.6876"/>
              <dgm:constr type="w" for="ch" forName="Child3" refType="w" fact="0.1754"/>
              <dgm:constr type="h" for="ch" forName="Child3" refType="h" fact="0.3124"/>
              <dgm:constr type="l" for="ch" forName="Accent2" refType="w" fact="0.1906"/>
              <dgm:constr type="t" for="ch" forName="Accent2" refType="h" fact="-0.0109"/>
              <dgm:constr type="w" for="ch" forName="Accent2" refType="w" fact="0.2657"/>
              <dgm:constr type="h" for="ch" forName="Accent2" refType="h" fact="0.806"/>
              <dgm:constr type="l" for="ch" forName="ParentBackground2" refType="w" fact="0.2358"/>
              <dgm:constr type="t" for="ch" forName="ParentBackground2" refType="h" fact="0.1262"/>
              <dgm:constr type="w" for="ch" forName="ParentBackground2" refType="w" fact="0.1754"/>
              <dgm:constr type="h" for="ch" forName="ParentBackground2" refType="h" fact="0.5319"/>
              <dgm:constr type="l" for="ch" forName="Child2" refType="w" fact="0.2358"/>
              <dgm:constr type="t" for="ch" forName="Child2" refType="h" fact="0.6876"/>
              <dgm:constr type="w" for="ch" forName="Child2" refType="w" fact="0.1754"/>
              <dgm:constr type="h" for="ch" forName="Child2" refType="h" fact="0.3124"/>
              <dgm:constr type="l" for="ch" forName="Accent1" refType="w" fact="-0.0036"/>
              <dgm:constr type="t" for="ch" forName="Accent1" refType="h" fact="-0.0109"/>
              <dgm:constr type="w" for="ch" forName="Accent1" refType="w" fact="0.2657"/>
              <dgm:constr type="h" for="ch" forName="Accent1" refType="h" fact="0.806"/>
              <dgm:constr type="l" for="ch" forName="ParentBackground1" refType="w" fact="0.0416"/>
              <dgm:constr type="t" for="ch" forName="ParentBackground1" refType="h" fact="0.1262"/>
              <dgm:constr type="w" for="ch" forName="ParentBackground1" refType="w" fact="0.1754"/>
              <dgm:constr type="h" for="ch" forName="ParentBackground1" refType="h" fact="0.5319"/>
              <dgm:constr type="l" for="ch" forName="Child1" refType="w" fact="0.0416"/>
              <dgm:constr type="t" for="ch" forName="Child1" refType="h" fact="0.6876"/>
              <dgm:constr type="w" for="ch" forName="Child1" refType="w" fact="0.1754"/>
              <dgm:constr type="h" for="ch" forName="Child1" refType="h" fact="0.3124"/>
            </dgm:constrLst>
          </dgm:if>
          <dgm:if name="Name9"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Parent6" refType="w" fact="0.8689"/>
              <dgm:constr type="t" for="ch" forName="Parent6" refType="h" fact="0.2022"/>
              <dgm:constr type="w" for="ch" forName="Parent6" refType="w" fact="0.1049"/>
              <dgm:constr type="h" for="ch" forName="Parent6" refType="h" fact="0.3799"/>
              <dgm:constr type="l" for="ch" forName="Parent5" refType="w" fact="0.7063"/>
              <dgm:constr type="t" for="ch" forName="Parent5" refType="h" fact="0.2022"/>
              <dgm:constr type="w" for="ch" forName="Parent5" refType="w" fact="0.1049"/>
              <dgm:constr type="h" for="ch" forName="Parent5" refType="h" fact="0.3799"/>
              <dgm:constr type="l" for="ch" forName="Parent4" refType="w" fact="0.5437"/>
              <dgm:constr type="t" for="ch" forName="Parent4" refType="h" fact="0.2022"/>
              <dgm:constr type="w" for="ch" forName="Parent4" refType="w" fact="0.1049"/>
              <dgm:constr type="h" for="ch" forName="Parent4" refType="h" fact="0.3799"/>
              <dgm:constr type="l" for="ch" forName="Parent3" refType="w" fact="0.381"/>
              <dgm:constr type="t" for="ch" forName="Parent3" refType="h" fact="0.2022"/>
              <dgm:constr type="w" for="ch" forName="Parent3" refType="w" fact="0.1049"/>
              <dgm:constr type="h" for="ch" forName="Parent3" refType="h" fact="0.3799"/>
              <dgm:constr type="l" for="ch" forName="Parent2" refType="w" fact="0.2184"/>
              <dgm:constr type="t" for="ch" forName="Parent2" refType="h" fact="0.2022"/>
              <dgm:constr type="w" for="ch" forName="Parent2" refType="w" fact="0.1049"/>
              <dgm:constr type="h" for="ch" forName="Parent2" refType="h" fact="0.3799"/>
              <dgm:constr type="l" for="ch" forName="Parent1" refType="w" fact="0.0558"/>
              <dgm:constr type="t" for="ch" forName="Parent1" refType="h" fact="0.2022"/>
              <dgm:constr type="w" for="ch" forName="Parent1" refType="w" fact="0.1049"/>
              <dgm:constr type="h" for="ch" forName="Parent1" refType="h" fact="0.3799"/>
              <dgm:constr type="l" for="ch" forName="Accent6" refType="w" fact="0.8426"/>
              <dgm:constr type="t" for="ch" forName="Accent6" refType="h" fact="0.1072"/>
              <dgm:constr type="w" for="ch" forName="Accent6" refType="w" fact="0.1574"/>
              <dgm:constr type="h" for="ch" forName="Accent6" refType="h" fact="0.5699"/>
              <dgm:constr type="l" for="ch" forName="ParentBackground6" refType="w" fact="0.8479"/>
              <dgm:constr type="t" for="ch" forName="ParentBackground6" refType="h" fact="0.1262"/>
              <dgm:constr type="w" for="ch" forName="ParentBackground6" refType="w" fact="0.1469"/>
              <dgm:constr type="h" for="ch" forName="ParentBackground6" refType="h" fact="0.5319"/>
              <dgm:constr type="l" for="ch" forName="Child6" refType="w" fact="0.8479"/>
              <dgm:constr type="t" for="ch" forName="Child6" refType="h" fact="0.6876"/>
              <dgm:constr type="w" for="ch" forName="Child6" refType="w" fact="0.1469"/>
              <dgm:constr type="h" for="ch" forName="Child6" refType="h" fact="0.3124"/>
              <dgm:constr type="l" for="ch" forName="Accent5" refType="w" fact="0.6474"/>
              <dgm:constr type="t" for="ch" forName="Accent5" refType="h" fact="-0.0109"/>
              <dgm:constr type="w" for="ch" forName="Accent5" refType="w" fact="0.2226"/>
              <dgm:constr type="h" for="ch" forName="Accent5" refType="h" fact="0.806"/>
              <dgm:constr type="l" for="ch" forName="ParentBackground5" refType="w" fact="0.6853"/>
              <dgm:constr type="t" for="ch" forName="ParentBackground5" refType="h" fact="0.1262"/>
              <dgm:constr type="w" for="ch" forName="ParentBackground5" refType="w" fact="0.1469"/>
              <dgm:constr type="h" for="ch" forName="ParentBackground5" refType="h" fact="0.5319"/>
              <dgm:constr type="l" for="ch" forName="Child5" refType="w" fact="0.6853"/>
              <dgm:constr type="t" for="ch" forName="Child5" refType="h" fact="0.6876"/>
              <dgm:constr type="w" for="ch" forName="Child5" refType="w" fact="0.1469"/>
              <dgm:constr type="h" for="ch" forName="Child5" refType="h" fact="0.3124"/>
              <dgm:constr type="l" for="ch" forName="Accent4" refType="w" fact="0.4848"/>
              <dgm:constr type="t" for="ch" forName="Accent4" refType="h" fact="-0.0109"/>
              <dgm:constr type="w" for="ch" forName="Accent4" refType="w" fact="0.2226"/>
              <dgm:constr type="h" for="ch" forName="Accent4" refType="h" fact="0.806"/>
              <dgm:constr type="l" for="ch" forName="ParentBackground4" refType="w" fact="0.5227"/>
              <dgm:constr type="t" for="ch" forName="ParentBackground4" refType="h" fact="0.1262"/>
              <dgm:constr type="w" for="ch" forName="ParentBackground4" refType="w" fact="0.1469"/>
              <dgm:constr type="h" for="ch" forName="ParentBackground4" refType="h" fact="0.5319"/>
              <dgm:constr type="l" for="ch" forName="Child4" refType="w" fact="0.5227"/>
              <dgm:constr type="t" for="ch" forName="Child4" refType="h" fact="0.6876"/>
              <dgm:constr type="w" for="ch" forName="Child4" refType="w" fact="0.1469"/>
              <dgm:constr type="h" for="ch" forName="Child4" refType="h" fact="0.3124"/>
              <dgm:constr type="l" for="ch" forName="Accent3" refType="w" fact="0.3222"/>
              <dgm:constr type="t" for="ch" forName="Accent3" refType="h" fact="-0.0109"/>
              <dgm:constr type="w" for="ch" forName="Accent3" refType="w" fact="0.2226"/>
              <dgm:constr type="h" for="ch" forName="Accent3" refType="h" fact="0.806"/>
              <dgm:constr type="l" for="ch" forName="ParentBackground3" refType="w" fact="0.3601"/>
              <dgm:constr type="t" for="ch" forName="ParentBackground3" refType="h" fact="0.1262"/>
              <dgm:constr type="w" for="ch" forName="ParentBackground3" refType="w" fact="0.1469"/>
              <dgm:constr type="h" for="ch" forName="ParentBackground3" refType="h" fact="0.5319"/>
              <dgm:constr type="l" for="ch" forName="Child3" refType="w" fact="0.3601"/>
              <dgm:constr type="t" for="ch" forName="Child3" refType="h" fact="0.6876"/>
              <dgm:constr type="w" for="ch" forName="Child3" refType="w" fact="0.1469"/>
              <dgm:constr type="h" for="ch" forName="Child3" refType="h" fact="0.3124"/>
              <dgm:constr type="l" for="ch" forName="Accent2" refType="w" fact="0.1596"/>
              <dgm:constr type="t" for="ch" forName="Accent2" refType="h" fact="-0.0109"/>
              <dgm:constr type="w" for="ch" forName="Accent2" refType="w" fact="0.2226"/>
              <dgm:constr type="h" for="ch" forName="Accent2" refType="h" fact="0.806"/>
              <dgm:constr type="l" for="ch" forName="ParentBackground2" refType="w" fact="0.1975"/>
              <dgm:constr type="t" for="ch" forName="ParentBackground2" refType="h" fact="0.1262"/>
              <dgm:constr type="w" for="ch" forName="ParentBackground2" refType="w" fact="0.1469"/>
              <dgm:constr type="h" for="ch" forName="ParentBackground2" refType="h" fact="0.5319"/>
              <dgm:constr type="l" for="ch" forName="Child2" refType="w" fact="0.1975"/>
              <dgm:constr type="t" for="ch" forName="Child2" refType="h" fact="0.6876"/>
              <dgm:constr type="w" for="ch" forName="Child2" refType="w" fact="0.1469"/>
              <dgm:constr type="h" for="ch" forName="Child2" refType="h" fact="0.3124"/>
              <dgm:constr type="l" for="ch" forName="Accent1" refType="w" fact="-0.003"/>
              <dgm:constr type="t" for="ch" forName="Accent1" refType="h" fact="-0.0109"/>
              <dgm:constr type="w" for="ch" forName="Accent1" refType="w" fact="0.2226"/>
              <dgm:constr type="h" for="ch" forName="Accent1" refType="h" fact="0.806"/>
              <dgm:constr type="l" for="ch" forName="ParentBackground1" refType="w" fact="0.0348"/>
              <dgm:constr type="t" for="ch" forName="ParentBackground1" refType="h" fact="0.1262"/>
              <dgm:constr type="w" for="ch" forName="ParentBackground1" refType="w" fact="0.1469"/>
              <dgm:constr type="h" for="ch" forName="ParentBackground1" refType="h" fact="0.5319"/>
              <dgm:constr type="l" for="ch" forName="Child1" refType="w" fact="0.0348"/>
              <dgm:constr type="t" for="ch" forName="Child1" refType="h" fact="0.6876"/>
              <dgm:constr type="w" for="ch" forName="Child1" refType="w" fact="0.1469"/>
              <dgm:constr type="h" for="ch" forName="Child1" refType="h" fact="0.3124"/>
            </dgm:constrLst>
          </dgm:if>
          <dgm:if name="Name10"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Parent7" refType="w" fact="0.8872"/>
              <dgm:constr type="t" for="ch" forName="Parent7" refType="h" fact="0.2022"/>
              <dgm:constr type="w" for="ch" forName="Parent7" refType="w" fact="0.0902"/>
              <dgm:constr type="h" for="ch" forName="Parent7" refType="h" fact="0.3799"/>
              <dgm:constr type="l" for="ch" forName="Parent6" refType="w" fact="0.7473"/>
              <dgm:constr type="t" for="ch" forName="Parent6" refType="h" fact="0.2022"/>
              <dgm:constr type="w" for="ch" forName="Parent6" refType="w" fact="0.0902"/>
              <dgm:constr type="h" for="ch" forName="Parent6" refType="h" fact="0.3799"/>
              <dgm:constr type="l" for="ch" forName="Parent5" refType="w" fact="0.6075"/>
              <dgm:constr type="t" for="ch" forName="Parent5" refType="h" fact="0.2022"/>
              <dgm:constr type="w" for="ch" forName="Parent5" refType="w" fact="0.0902"/>
              <dgm:constr type="h" for="ch" forName="Parent5" refType="h" fact="0.3799"/>
              <dgm:constr type="l" for="ch" forName="Parent4" refType="w" fact="0.4676"/>
              <dgm:constr type="t" for="ch" forName="Parent4" refType="h" fact="0.2022"/>
              <dgm:constr type="w" for="ch" forName="Parent4" refType="w" fact="0.0902"/>
              <dgm:constr type="h" for="ch" forName="Parent4" refType="h" fact="0.3799"/>
              <dgm:constr type="l" for="ch" forName="Parent3" refType="w" fact="0.3277"/>
              <dgm:constr type="t" for="ch" forName="Parent3" refType="h" fact="0.2022"/>
              <dgm:constr type="w" for="ch" forName="Parent3" refType="w" fact="0.0902"/>
              <dgm:constr type="h" for="ch" forName="Parent3" refType="h" fact="0.3799"/>
              <dgm:constr type="l" for="ch" forName="Parent2" refType="w" fact="0.1879"/>
              <dgm:constr type="t" for="ch" forName="Parent2" refType="h" fact="0.2022"/>
              <dgm:constr type="w" for="ch" forName="Parent2" refType="w" fact="0.0902"/>
              <dgm:constr type="h" for="ch" forName="Parent2" refType="h" fact="0.3799"/>
              <dgm:constr type="l" for="ch" forName="Parent1" refType="w" fact="0.048"/>
              <dgm:constr type="t" for="ch" forName="Parent1" refType="h" fact="0.2022"/>
              <dgm:constr type="w" for="ch" forName="Parent1" refType="w" fact="0.0902"/>
              <dgm:constr type="h" for="ch" forName="Parent1" refType="h" fact="0.3799"/>
              <dgm:constr type="l" for="ch" forName="Accent7" refType="w" fact="0.8646"/>
              <dgm:constr type="t" for="ch" forName="Accent7" refType="h" fact="0.1072"/>
              <dgm:constr type="w" for="ch" forName="Accent7" refType="w" fact="0.1354"/>
              <dgm:constr type="h" for="ch" forName="Accent7" refType="h" fact="0.5699"/>
              <dgm:constr type="l" for="ch" forName="ParentBackground7" refType="w" fact="0.8692"/>
              <dgm:constr type="t" for="ch" forName="ParentBackground7" refType="h" fact="0.1262"/>
              <dgm:constr type="w" for="ch" forName="ParentBackground7" refType="w" fact="0.1263"/>
              <dgm:constr type="h" for="ch" forName="ParentBackground7" refType="h" fact="0.5319"/>
              <dgm:constr type="l" for="ch" forName="Child7" refType="w" fact="0.8692"/>
              <dgm:constr type="t" for="ch" forName="Child7" refType="h" fact="0.6876"/>
              <dgm:constr type="w" for="ch" forName="Child7" refType="w" fact="0.1263"/>
              <dgm:constr type="h" for="ch" forName="Child7" refType="h" fact="0.3124"/>
              <dgm:constr type="l" for="ch" forName="Accent6" refType="w" fact="0.6967"/>
              <dgm:constr type="t" for="ch" forName="Accent6" refType="h" fact="-0.0109"/>
              <dgm:constr type="w" for="ch" forName="Accent6" refType="w" fact="0.1915"/>
              <dgm:constr type="h" for="ch" forName="Accent6" refType="h" fact="0.806"/>
              <dgm:constr type="l" for="ch" forName="ParentBackground6" refType="w" fact="0.7293"/>
              <dgm:constr type="t" for="ch" forName="ParentBackground6" refType="h" fact="0.1262"/>
              <dgm:constr type="w" for="ch" forName="ParentBackground6" refType="w" fact="0.1263"/>
              <dgm:constr type="h" for="ch" forName="ParentBackground6" refType="h" fact="0.5319"/>
              <dgm:constr type="l" for="ch" forName="Child6" refType="w" fact="0.7293"/>
              <dgm:constr type="t" for="ch" forName="Child6" refType="h" fact="0.6876"/>
              <dgm:constr type="w" for="ch" forName="Child6" refType="w" fact="0.1263"/>
              <dgm:constr type="h" for="ch" forName="Child6" refType="h" fact="0.3124"/>
              <dgm:constr type="l" for="ch" forName="Accent5" refType="w" fact="0.5569"/>
              <dgm:constr type="t" for="ch" forName="Accent5" refType="h" fact="-0.0109"/>
              <dgm:constr type="w" for="ch" forName="Accent5" refType="w" fact="0.1915"/>
              <dgm:constr type="h" for="ch" forName="Accent5" refType="h" fact="0.806"/>
              <dgm:constr type="l" for="ch" forName="ParentBackground5" refType="w" fact="0.5894"/>
              <dgm:constr type="t" for="ch" forName="ParentBackground5" refType="h" fact="0.1262"/>
              <dgm:constr type="w" for="ch" forName="ParentBackground5" refType="w" fact="0.1263"/>
              <dgm:constr type="h" for="ch" forName="ParentBackground5" refType="h" fact="0.5319"/>
              <dgm:constr type="l" for="ch" forName="Child5" refType="w" fact="0.5894"/>
              <dgm:constr type="t" for="ch" forName="Child5" refType="h" fact="0.6876"/>
              <dgm:constr type="w" for="ch" forName="Child5" refType="w" fact="0.1263"/>
              <dgm:constr type="h" for="ch" forName="Child5" refType="h" fact="0.3124"/>
              <dgm:constr type="l" for="ch" forName="Accent4" refType="w" fact="0.417"/>
              <dgm:constr type="t" for="ch" forName="Accent4" refType="h" fact="-0.0109"/>
              <dgm:constr type="w" for="ch" forName="Accent4" refType="w" fact="0.1915"/>
              <dgm:constr type="h" for="ch" forName="Accent4" refType="h" fact="0.806"/>
              <dgm:constr type="l" for="ch" forName="ParentBackground4" refType="w" fact="0.4496"/>
              <dgm:constr type="t" for="ch" forName="ParentBackground4" refType="h" fact="0.1262"/>
              <dgm:constr type="w" for="ch" forName="ParentBackground4" refType="w" fact="0.1263"/>
              <dgm:constr type="h" for="ch" forName="ParentBackground4" refType="h" fact="0.5319"/>
              <dgm:constr type="l" for="ch" forName="Child4" refType="w" fact="0.4496"/>
              <dgm:constr type="t" for="ch" forName="Child4" refType="h" fact="0.6876"/>
              <dgm:constr type="w" for="ch" forName="Child4" refType="w" fact="0.1263"/>
              <dgm:constr type="h" for="ch" forName="Child4" refType="h" fact="0.3124"/>
              <dgm:constr type="l" for="ch" forName="Accent3" refType="w" fact="0.2771"/>
              <dgm:constr type="t" for="ch" forName="Accent3" refType="h" fact="-0.0109"/>
              <dgm:constr type="w" for="ch" forName="Accent3" refType="w" fact="0.1915"/>
              <dgm:constr type="h" for="ch" forName="Accent3" refType="h" fact="0.806"/>
              <dgm:constr type="l" for="ch" forName="ParentBackground3" refType="w" fact="0.3097"/>
              <dgm:constr type="t" for="ch" forName="ParentBackground3" refType="h" fact="0.1262"/>
              <dgm:constr type="w" for="ch" forName="ParentBackground3" refType="w" fact="0.1263"/>
              <dgm:constr type="h" for="ch" forName="ParentBackground3" refType="h" fact="0.5319"/>
              <dgm:constr type="l" for="ch" forName="Child3" refType="w" fact="0.3097"/>
              <dgm:constr type="t" for="ch" forName="Child3" refType="h" fact="0.6876"/>
              <dgm:constr type="w" for="ch" forName="Child3" refType="w" fact="0.1263"/>
              <dgm:constr type="h" for="ch" forName="Child3" refType="h" fact="0.3124"/>
              <dgm:constr type="l" for="ch" forName="Accent2" refType="w" fact="0.1373"/>
              <dgm:constr type="t" for="ch" forName="Accent2" refType="h" fact="-0.0109"/>
              <dgm:constr type="w" for="ch" forName="Accent2" refType="w" fact="0.1915"/>
              <dgm:constr type="h" for="ch" forName="Accent2" refType="h" fact="0.806"/>
              <dgm:constr type="l" for="ch" forName="ParentBackground2" refType="w" fact="0.1698"/>
              <dgm:constr type="t" for="ch" forName="ParentBackground2" refType="h" fact="0.1262"/>
              <dgm:constr type="w" for="ch" forName="ParentBackground2" refType="w" fact="0.1263"/>
              <dgm:constr type="h" for="ch" forName="ParentBackground2" refType="h" fact="0.5319"/>
              <dgm:constr type="l" for="ch" forName="Child2" refType="w" fact="0.1698"/>
              <dgm:constr type="t" for="ch" forName="Child2" refType="h" fact="0.6876"/>
              <dgm:constr type="w" for="ch" forName="Child2" refType="w" fact="0.1263"/>
              <dgm:constr type="h" for="ch" forName="Child2" refType="h" fact="0.3124"/>
              <dgm:constr type="l" for="ch" forName="Accent1" refType="w" fact="-0.0026"/>
              <dgm:constr type="t" for="ch" forName="Accent1" refType="h" fact="-0.0109"/>
              <dgm:constr type="w" for="ch" forName="Accent1" refType="w" fact="0.1915"/>
              <dgm:constr type="h" for="ch" forName="Accent1" refType="h" fact="0.806"/>
              <dgm:constr type="l" for="ch" forName="ParentBackground1" refType="w" fact="0.03"/>
              <dgm:constr type="t" for="ch" forName="ParentBackground1" refType="h" fact="0.1262"/>
              <dgm:constr type="w" for="ch" forName="ParentBackground1" refType="w" fact="0.1263"/>
              <dgm:constr type="h" for="ch" forName="ParentBackground1" refType="h" fact="0.5319"/>
              <dgm:constr type="l" for="ch" forName="Child1" refType="w" fact="0.03"/>
              <dgm:constr type="t" for="ch" forName="Child1" refType="h" fact="0.6876"/>
              <dgm:constr type="w" for="ch" forName="Child1" refType="w" fact="0.1263"/>
              <dgm:constr type="h" for="ch" forName="Child1" refType="h" fact="0.3124"/>
            </dgm:constrLst>
          </dgm:if>
          <dgm:if name="Name11"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l" for="ch" forName="Parent8" refType="w" fact="0.901"/>
              <dgm:constr type="t" for="ch" forName="Parent8" refType="h" fact="0.2022"/>
              <dgm:constr type="w" for="ch" forName="Parent8" refType="w" fact="0.0792"/>
              <dgm:constr type="h" for="ch" forName="Parent8" refType="h" fact="0.3799"/>
              <dgm:constr type="l" for="ch" forName="Parent7" refType="w" fact="0.7783"/>
              <dgm:constr type="t" for="ch" forName="Parent7" refType="h" fact="0.2022"/>
              <dgm:constr type="w" for="ch" forName="Parent7" refType="w" fact="0.0792"/>
              <dgm:constr type="h" for="ch" forName="Parent7" refType="h" fact="0.3799"/>
              <dgm:constr type="l" for="ch" forName="Parent6" refType="w" fact="0.6556"/>
              <dgm:constr type="t" for="ch" forName="Parent6" refType="h" fact="0.2022"/>
              <dgm:constr type="w" for="ch" forName="Parent6" refType="w" fact="0.0792"/>
              <dgm:constr type="h" for="ch" forName="Parent6" refType="h" fact="0.3799"/>
              <dgm:constr type="l" for="ch" forName="Parent5" refType="w" fact="0.5329"/>
              <dgm:constr type="t" for="ch" forName="Parent5" refType="h" fact="0.2022"/>
              <dgm:constr type="w" for="ch" forName="Parent5" refType="w" fact="0.0792"/>
              <dgm:constr type="h" for="ch" forName="Parent5" refType="h" fact="0.3799"/>
              <dgm:constr type="l" for="ch" forName="Parent4" refType="w" fact="0.4102"/>
              <dgm:constr type="t" for="ch" forName="Parent4" refType="h" fact="0.2022"/>
              <dgm:constr type="w" for="ch" forName="Parent4" refType="w" fact="0.0792"/>
              <dgm:constr type="h" for="ch" forName="Parent4" refType="h" fact="0.3799"/>
              <dgm:constr type="l" for="ch" forName="Parent3" refType="w" fact="0.2875"/>
              <dgm:constr type="t" for="ch" forName="Parent3" refType="h" fact="0.2022"/>
              <dgm:constr type="w" for="ch" forName="Parent3" refType="w" fact="0.0792"/>
              <dgm:constr type="h" for="ch" forName="Parent3" refType="h" fact="0.3799"/>
              <dgm:constr type="l" for="ch" forName="Parent2" refType="w" fact="0.1648"/>
              <dgm:constr type="t" for="ch" forName="Parent2" refType="h" fact="0.2022"/>
              <dgm:constr type="w" for="ch" forName="Parent2" refType="w" fact="0.0792"/>
              <dgm:constr type="h" for="ch" forName="Parent2" refType="h" fact="0.3799"/>
              <dgm:constr type="l" for="ch" forName="Parent1" refType="w" fact="0.0421"/>
              <dgm:constr type="t" for="ch" forName="Parent1" refType="h" fact="0.2022"/>
              <dgm:constr type="w" for="ch" forName="Parent1" refType="w" fact="0.0792"/>
              <dgm:constr type="h" for="ch" forName="Parent1" refType="h" fact="0.3799"/>
              <dgm:constr type="l" for="ch" forName="Accent8" refType="w" fact="0.8813"/>
              <dgm:constr type="t" for="ch" forName="Accent8" refType="h" fact="0.1072"/>
              <dgm:constr type="w" for="ch" forName="Accent8" refType="w" fact="0.1187"/>
              <dgm:constr type="h" for="ch" forName="Accent8" refType="h" fact="0.5699"/>
              <dgm:constr type="l" for="ch" forName="ParentBackground8" refType="w" fact="0.8852"/>
              <dgm:constr type="t" for="ch" forName="ParentBackground8" refType="h" fact="0.1262"/>
              <dgm:constr type="w" for="ch" forName="ParentBackground8" refType="w" fact="0.1108"/>
              <dgm:constr type="h" for="ch" forName="ParentBackground8" refType="h" fact="0.5319"/>
              <dgm:constr type="l" for="ch" forName="Child8" refType="w" fact="0.8852"/>
              <dgm:constr type="t" for="ch" forName="Child8" refType="h" fact="0.6876"/>
              <dgm:constr type="w" for="ch" forName="Child8" refType="w" fact="0.1108"/>
              <dgm:constr type="h" for="ch" forName="Child8" refType="h" fact="0.3124"/>
              <dgm:constr type="l" for="ch" forName="Accent7" refType="w" fact="0.7339"/>
              <dgm:constr type="t" for="ch" forName="Accent7" refType="h" fact="-0.0109"/>
              <dgm:constr type="w" for="ch" forName="Accent7" refType="w" fact="0.1679"/>
              <dgm:constr type="h" for="ch" forName="Accent7" refType="h" fact="0.806"/>
              <dgm:constr type="l" for="ch" forName="ParentBackground7" refType="w" fact="0.7625"/>
              <dgm:constr type="t" for="ch" forName="ParentBackground7" refType="h" fact="0.1262"/>
              <dgm:constr type="w" for="ch" forName="ParentBackground7" refType="w" fact="0.1108"/>
              <dgm:constr type="h" for="ch" forName="ParentBackground7" refType="h" fact="0.5319"/>
              <dgm:constr type="l" for="ch" forName="Child7" refType="w" fact="0.7625"/>
              <dgm:constr type="t" for="ch" forName="Child7" refType="h" fact="0.6876"/>
              <dgm:constr type="w" for="ch" forName="Child7" refType="w" fact="0.1108"/>
              <dgm:constr type="h" for="ch" forName="Child7" refType="h" fact="0.3124"/>
              <dgm:constr type="l" for="ch" forName="Accent6" refType="w" fact="0.6112"/>
              <dgm:constr type="t" for="ch" forName="Accent6" refType="h" fact="-0.0109"/>
              <dgm:constr type="w" for="ch" forName="Accent6" refType="w" fact="0.1679"/>
              <dgm:constr type="h" for="ch" forName="Accent6" refType="h" fact="0.806"/>
              <dgm:constr type="l" for="ch" forName="ParentBackground6" refType="w" fact="0.6398"/>
              <dgm:constr type="t" for="ch" forName="ParentBackground6" refType="h" fact="0.1262"/>
              <dgm:constr type="w" for="ch" forName="ParentBackground6" refType="w" fact="0.1108"/>
              <dgm:constr type="h" for="ch" forName="ParentBackground6" refType="h" fact="0.5319"/>
              <dgm:constr type="l" for="ch" forName="Child6" refType="w" fact="0.6398"/>
              <dgm:constr type="t" for="ch" forName="Child6" refType="h" fact="0.6876"/>
              <dgm:constr type="w" for="ch" forName="Child6" refType="w" fact="0.1108"/>
              <dgm:constr type="h" for="ch" forName="Child6" refType="h" fact="0.3124"/>
              <dgm:constr type="l" for="ch" forName="Accent5" refType="w" fact="0.4885"/>
              <dgm:constr type="t" for="ch" forName="Accent5" refType="h" fact="-0.0109"/>
              <dgm:constr type="w" for="ch" forName="Accent5" refType="w" fact="0.1679"/>
              <dgm:constr type="h" for="ch" forName="Accent5" refType="h" fact="0.806"/>
              <dgm:constr type="l" for="ch" forName="ParentBackground5" refType="w" fact="0.5171"/>
              <dgm:constr type="t" for="ch" forName="ParentBackground5" refType="h" fact="0.1262"/>
              <dgm:constr type="w" for="ch" forName="ParentBackground5" refType="w" fact="0.1108"/>
              <dgm:constr type="h" for="ch" forName="ParentBackground5" refType="h" fact="0.5319"/>
              <dgm:constr type="l" for="ch" forName="Child5" refType="w" fact="0.5171"/>
              <dgm:constr type="t" for="ch" forName="Child5" refType="h" fact="0.6876"/>
              <dgm:constr type="w" for="ch" forName="Child5" refType="w" fact="0.1108"/>
              <dgm:constr type="h" for="ch" forName="Child5" refType="h" fact="0.3124"/>
              <dgm:constr type="l" for="ch" forName="Accent4" refType="w" fact="0.3658"/>
              <dgm:constr type="t" for="ch" forName="Accent4" refType="h" fact="-0.0109"/>
              <dgm:constr type="w" for="ch" forName="Accent4" refType="w" fact="0.1679"/>
              <dgm:constr type="h" for="ch" forName="Accent4" refType="h" fact="0.806"/>
              <dgm:constr type="l" for="ch" forName="ParentBackground4" refType="w" fact="0.3944"/>
              <dgm:constr type="t" for="ch" forName="ParentBackground4" refType="h" fact="0.1262"/>
              <dgm:constr type="w" for="ch" forName="ParentBackground4" refType="w" fact="0.1108"/>
              <dgm:constr type="h" for="ch" forName="ParentBackground4" refType="h" fact="0.5319"/>
              <dgm:constr type="l" for="ch" forName="Child4" refType="w" fact="0.3944"/>
              <dgm:constr type="t" for="ch" forName="Child4" refType="h" fact="0.6876"/>
              <dgm:constr type="w" for="ch" forName="Child4" refType="w" fact="0.1108"/>
              <dgm:constr type="h" for="ch" forName="Child4" refType="h" fact="0.3124"/>
              <dgm:constr type="l" for="ch" forName="Accent3" refType="w" fact="0.2431"/>
              <dgm:constr type="t" for="ch" forName="Accent3" refType="h" fact="-0.0109"/>
              <dgm:constr type="w" for="ch" forName="Accent3" refType="w" fact="0.1679"/>
              <dgm:constr type="h" for="ch" forName="Accent3" refType="h" fact="0.806"/>
              <dgm:constr type="l" for="ch" forName="ParentBackground3" refType="w" fact="0.2717"/>
              <dgm:constr type="t" for="ch" forName="ParentBackground3" refType="h" fact="0.1262"/>
              <dgm:constr type="w" for="ch" forName="ParentBackground3" refType="w" fact="0.1108"/>
              <dgm:constr type="h" for="ch" forName="ParentBackground3" refType="h" fact="0.5319"/>
              <dgm:constr type="l" for="ch" forName="Child3" refType="w" fact="0.2717"/>
              <dgm:constr type="t" for="ch" forName="Child3" refType="h" fact="0.6876"/>
              <dgm:constr type="w" for="ch" forName="Child3" refType="w" fact="0.1108"/>
              <dgm:constr type="h" for="ch" forName="Child3" refType="h" fact="0.3124"/>
              <dgm:constr type="l" for="ch" forName="Accent2" refType="w" fact="0.1204"/>
              <dgm:constr type="t" for="ch" forName="Accent2" refType="h" fact="-0.0109"/>
              <dgm:constr type="w" for="ch" forName="Accent2" refType="w" fact="0.1679"/>
              <dgm:constr type="h" for="ch" forName="Accent2" refType="h" fact="0.806"/>
              <dgm:constr type="l" for="ch" forName="ParentBackground2" refType="w" fact="0.149"/>
              <dgm:constr type="t" for="ch" forName="ParentBackground2" refType="h" fact="0.1262"/>
              <dgm:constr type="w" for="ch" forName="ParentBackground2" refType="w" fact="0.1108"/>
              <dgm:constr type="h" for="ch" forName="ParentBackground2" refType="h" fact="0.5319"/>
              <dgm:constr type="l" for="ch" forName="Child2" refType="w" fact="0.149"/>
              <dgm:constr type="t" for="ch" forName="Child2" refType="h" fact="0.6876"/>
              <dgm:constr type="w" for="ch" forName="Child2" refType="w" fact="0.1108"/>
              <dgm:constr type="h" for="ch" forName="Child2" refType="h" fact="0.3124"/>
              <dgm:constr type="l" for="ch" forName="Accent1" refType="w" fact="-0.0023"/>
              <dgm:constr type="t" for="ch" forName="Accent1" refType="h" fact="-0.0109"/>
              <dgm:constr type="w" for="ch" forName="Accent1" refType="w" fact="0.1679"/>
              <dgm:constr type="h" for="ch" forName="Accent1" refType="h" fact="0.806"/>
              <dgm:constr type="l" for="ch" forName="ParentBackground1" refType="w" fact="0.0263"/>
              <dgm:constr type="t" for="ch" forName="ParentBackground1" refType="h" fact="0.1262"/>
              <dgm:constr type="w" for="ch" forName="ParentBackground1" refType="w" fact="0.1108"/>
              <dgm:constr type="h" for="ch" forName="ParentBackground1" refType="h" fact="0.5319"/>
              <dgm:constr type="l" for="ch" forName="Child1" refType="w" fact="0.0263"/>
              <dgm:constr type="t" for="ch" forName="Child1" refType="h" fact="0.6876"/>
              <dgm:constr type="w" for="ch" forName="Child1" refType="w" fact="0.1108"/>
              <dgm:constr type="h" for="ch" forName="Child1" refType="h" fact="0.3124"/>
            </dgm:constrLst>
          </dgm:if>
          <dgm:if name="Name12"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l" for="ch" forName="Parent9" refType="w" fact="0.9119"/>
              <dgm:constr type="t" for="ch" forName="Parent9" refType="h" fact="0.2022"/>
              <dgm:constr type="w" for="ch" forName="Parent9" refType="w" fact="0.0705"/>
              <dgm:constr type="h" for="ch" forName="Parent9" refType="h" fact="0.3799"/>
              <dgm:constr type="l" for="ch" forName="Parent8" refType="w" fact="0.8026"/>
              <dgm:constr type="t" for="ch" forName="Parent8" refType="h" fact="0.2022"/>
              <dgm:constr type="w" for="ch" forName="Parent8" refType="w" fact="0.0705"/>
              <dgm:constr type="h" for="ch" forName="Parent8" refType="h" fact="0.3799"/>
              <dgm:constr type="l" for="ch" forName="Parent7" refType="w" fact="0.6933"/>
              <dgm:constr type="t" for="ch" forName="Parent7" refType="h" fact="0.2022"/>
              <dgm:constr type="w" for="ch" forName="Parent7" refType="w" fact="0.0705"/>
              <dgm:constr type="h" for="ch" forName="Parent7" refType="h" fact="0.3799"/>
              <dgm:constr type="l" for="ch" forName="Parent6" refType="w" fact="0.584"/>
              <dgm:constr type="t" for="ch" forName="Parent6" refType="h" fact="0.2022"/>
              <dgm:constr type="w" for="ch" forName="Parent6" refType="w" fact="0.0705"/>
              <dgm:constr type="h" for="ch" forName="Parent6" refType="h" fact="0.3799"/>
              <dgm:constr type="l" for="ch" forName="Parent5" refType="w" fact="0.4747"/>
              <dgm:constr type="t" for="ch" forName="Parent5" refType="h" fact="0.2022"/>
              <dgm:constr type="w" for="ch" forName="Parent5" refType="w" fact="0.0705"/>
              <dgm:constr type="h" for="ch" forName="Parent5" refType="h" fact="0.3799"/>
              <dgm:constr type="l" for="ch" forName="Parent4" refType="w" fact="0.3654"/>
              <dgm:constr type="t" for="ch" forName="Parent4" refType="h" fact="0.2022"/>
              <dgm:constr type="w" for="ch" forName="Parent4" refType="w" fact="0.0705"/>
              <dgm:constr type="h" for="ch" forName="Parent4" refType="h" fact="0.3799"/>
              <dgm:constr type="l" for="ch" forName="Parent3" refType="w" fact="0.2561"/>
              <dgm:constr type="t" for="ch" forName="Parent3" refType="h" fact="0.2022"/>
              <dgm:constr type="w" for="ch" forName="Parent3" refType="w" fact="0.0705"/>
              <dgm:constr type="h" for="ch" forName="Parent3" refType="h" fact="0.3799"/>
              <dgm:constr type="l" for="ch" forName="Parent2" refType="w" fact="0.1468"/>
              <dgm:constr type="t" for="ch" forName="Parent2" refType="h" fact="0.2022"/>
              <dgm:constr type="w" for="ch" forName="Parent2" refType="w" fact="0.0705"/>
              <dgm:constr type="h" for="ch" forName="Parent2" refType="h" fact="0.3799"/>
              <dgm:constr type="l" for="ch" forName="Parent1" refType="w" fact="0.0375"/>
              <dgm:constr type="t" for="ch" forName="Parent1" refType="h" fact="0.2022"/>
              <dgm:constr type="w" for="ch" forName="Parent1" refType="w" fact="0.0705"/>
              <dgm:constr type="h" for="ch" forName="Parent1" refType="h" fact="0.3799"/>
              <dgm:constr type="l" for="ch" forName="Accent9" refType="w" fact="0.8942"/>
              <dgm:constr type="t" for="ch" forName="Accent9" refType="h" fact="0.1072"/>
              <dgm:constr type="w" for="ch" forName="Accent9" refType="w" fact="0.1058"/>
              <dgm:constr type="h" for="ch" forName="Accent9" refType="h" fact="0.5699"/>
              <dgm:constr type="l" for="ch" forName="ParentBackground9" refType="w" fact="0.8978"/>
              <dgm:constr type="t" for="ch" forName="ParentBackground9" refType="h" fact="0.1262"/>
              <dgm:constr type="w" for="ch" forName="ParentBackground9" refType="w" fact="0.0987"/>
              <dgm:constr type="h" for="ch" forName="ParentBackground9" refType="h" fact="0.5319"/>
              <dgm:constr type="l" for="ch" forName="Child9" refType="w" fact="0.8978"/>
              <dgm:constr type="t" for="ch" forName="Child9" refType="h" fact="0.6876"/>
              <dgm:constr type="w" for="ch" forName="Child9" refType="w" fact="0.0987"/>
              <dgm:constr type="h" for="ch" forName="Child9" refType="h" fact="0.3124"/>
              <dgm:constr type="l" for="ch" forName="Accent8" refType="w" fact="0.763"/>
              <dgm:constr type="t" for="ch" forName="Accent8" refType="h" fact="-0.0109"/>
              <dgm:constr type="w" for="ch" forName="Accent8" refType="w" fact="0.1496"/>
              <dgm:constr type="h" for="ch" forName="Accent8" refType="h" fact="0.806"/>
              <dgm:constr type="l" for="ch" forName="ParentBackground8" refType="w" fact="0.7885"/>
              <dgm:constr type="t" for="ch" forName="ParentBackground8" refType="h" fact="0.1262"/>
              <dgm:constr type="w" for="ch" forName="ParentBackground8" refType="w" fact="0.0987"/>
              <dgm:constr type="h" for="ch" forName="ParentBackground8" refType="h" fact="0.5319"/>
              <dgm:constr type="l" for="ch" forName="Child8" refType="w" fact="0.7885"/>
              <dgm:constr type="t" for="ch" forName="Child8" refType="h" fact="0.6876"/>
              <dgm:constr type="w" for="ch" forName="Child8" refType="w" fact="0.0987"/>
              <dgm:constr type="h" for="ch" forName="Child8" refType="h" fact="0.3124"/>
              <dgm:constr type="l" for="ch" forName="Accent7" refType="w" fact="0.6538"/>
              <dgm:constr type="t" for="ch" forName="Accent7" refType="h" fact="-0.0109"/>
              <dgm:constr type="w" for="ch" forName="Accent7" refType="w" fact="0.1496"/>
              <dgm:constr type="h" for="ch" forName="Accent7" refType="h" fact="0.806"/>
              <dgm:constr type="l" for="ch" forName="ParentBackground7" refType="w" fact="0.6792"/>
              <dgm:constr type="t" for="ch" forName="ParentBackground7" refType="h" fact="0.1262"/>
              <dgm:constr type="w" for="ch" forName="ParentBackground7" refType="w" fact="0.0987"/>
              <dgm:constr type="h" for="ch" forName="ParentBackground7" refType="h" fact="0.5319"/>
              <dgm:constr type="l" for="ch" forName="Child7" refType="w" fact="0.6792"/>
              <dgm:constr type="t" for="ch" forName="Child7" refType="h" fact="0.6876"/>
              <dgm:constr type="w" for="ch" forName="Child7" refType="w" fact="0.0987"/>
              <dgm:constr type="h" for="ch" forName="Child7" refType="h" fact="0.3124"/>
              <dgm:constr type="l" for="ch" forName="Accent6" refType="w" fact="0.5445"/>
              <dgm:constr type="t" for="ch" forName="Accent6" refType="h" fact="-0.0109"/>
              <dgm:constr type="w" for="ch" forName="Accent6" refType="w" fact="0.1496"/>
              <dgm:constr type="h" for="ch" forName="Accent6" refType="h" fact="0.806"/>
              <dgm:constr type="l" for="ch" forName="ParentBackground6" refType="w" fact="0.5699"/>
              <dgm:constr type="t" for="ch" forName="ParentBackground6" refType="h" fact="0.1262"/>
              <dgm:constr type="w" for="ch" forName="ParentBackground6" refType="w" fact="0.0987"/>
              <dgm:constr type="h" for="ch" forName="ParentBackground6" refType="h" fact="0.5319"/>
              <dgm:constr type="l" for="ch" forName="Child6" refType="w" fact="0.5699"/>
              <dgm:constr type="t" for="ch" forName="Child6" refType="h" fact="0.6876"/>
              <dgm:constr type="w" for="ch" forName="Child6" refType="w" fact="0.0987"/>
              <dgm:constr type="h" for="ch" forName="Child6" refType="h" fact="0.3124"/>
              <dgm:constr type="l" for="ch" forName="Accent5" refType="w" fact="0.4352"/>
              <dgm:constr type="t" for="ch" forName="Accent5" refType="h" fact="-0.0109"/>
              <dgm:constr type="w" for="ch" forName="Accent5" refType="w" fact="0.1496"/>
              <dgm:constr type="h" for="ch" forName="Accent5" refType="h" fact="0.806"/>
              <dgm:constr type="l" for="ch" forName="ParentBackground5" refType="w" fact="0.4606"/>
              <dgm:constr type="t" for="ch" forName="ParentBackground5" refType="h" fact="0.1262"/>
              <dgm:constr type="w" for="ch" forName="ParentBackground5" refType="w" fact="0.0987"/>
              <dgm:constr type="h" for="ch" forName="ParentBackground5" refType="h" fact="0.5319"/>
              <dgm:constr type="l" for="ch" forName="Child5" refType="w" fact="0.4606"/>
              <dgm:constr type="t" for="ch" forName="Child5" refType="h" fact="0.6876"/>
              <dgm:constr type="w" for="ch" forName="Child5" refType="w" fact="0.0987"/>
              <dgm:constr type="h" for="ch" forName="Child5" refType="h" fact="0.3124"/>
              <dgm:constr type="l" for="ch" forName="Accent4" refType="w" fact="0.3259"/>
              <dgm:constr type="t" for="ch" forName="Accent4" refType="h" fact="-0.0109"/>
              <dgm:constr type="w" for="ch" forName="Accent4" refType="w" fact="0.1496"/>
              <dgm:constr type="h" for="ch" forName="Accent4" refType="h" fact="0.806"/>
              <dgm:constr type="l" for="ch" forName="ParentBackground4" refType="w" fact="0.3513"/>
              <dgm:constr type="t" for="ch" forName="ParentBackground4" refType="h" fact="0.1262"/>
              <dgm:constr type="w" for="ch" forName="ParentBackground4" refType="w" fact="0.0987"/>
              <dgm:constr type="h" for="ch" forName="ParentBackground4" refType="h" fact="0.5319"/>
              <dgm:constr type="l" for="ch" forName="Child4" refType="w" fact="0.3513"/>
              <dgm:constr type="t" for="ch" forName="Child4" refType="h" fact="0.6876"/>
              <dgm:constr type="w" for="ch" forName="Child4" refType="w" fact="0.0987"/>
              <dgm:constr type="h" for="ch" forName="Child4" refType="h" fact="0.3124"/>
              <dgm:constr type="l" for="ch" forName="Accent3" refType="w" fact="0.2166"/>
              <dgm:constr type="t" for="ch" forName="Accent3" refType="h" fact="-0.0109"/>
              <dgm:constr type="w" for="ch" forName="Accent3" refType="w" fact="0.1496"/>
              <dgm:constr type="h" for="ch" forName="Accent3" refType="h" fact="0.806"/>
              <dgm:constr type="l" for="ch" forName="ParentBackground3" refType="w" fact="0.242"/>
              <dgm:constr type="t" for="ch" forName="ParentBackground3" refType="h" fact="0.1262"/>
              <dgm:constr type="w" for="ch" forName="ParentBackground3" refType="w" fact="0.0987"/>
              <dgm:constr type="h" for="ch" forName="ParentBackground3" refType="h" fact="0.5319"/>
              <dgm:constr type="l" for="ch" forName="Child3" refType="w" fact="0.242"/>
              <dgm:constr type="t" for="ch" forName="Child3" refType="h" fact="0.6876"/>
              <dgm:constr type="w" for="ch" forName="Child3" refType="w" fact="0.0987"/>
              <dgm:constr type="h" for="ch" forName="Child3" refType="h" fact="0.3124"/>
              <dgm:constr type="l" for="ch" forName="Accent2" refType="w" fact="0.1073"/>
              <dgm:constr type="t" for="ch" forName="Accent2" refType="h" fact="-0.0109"/>
              <dgm:constr type="w" for="ch" forName="Accent2" refType="w" fact="0.1496"/>
              <dgm:constr type="h" for="ch" forName="Accent2" refType="h" fact="0.806"/>
              <dgm:constr type="l" for="ch" forName="ParentBackground2" refType="w" fact="0.1327"/>
              <dgm:constr type="t" for="ch" forName="ParentBackground2" refType="h" fact="0.1262"/>
              <dgm:constr type="w" for="ch" forName="ParentBackground2" refType="w" fact="0.0987"/>
              <dgm:constr type="h" for="ch" forName="ParentBackground2" refType="h" fact="0.5319"/>
              <dgm:constr type="l" for="ch" forName="Child2" refType="w" fact="0.1327"/>
              <dgm:constr type="t" for="ch" forName="Child2" refType="h" fact="0.6876"/>
              <dgm:constr type="w" for="ch" forName="Child2" refType="w" fact="0.0987"/>
              <dgm:constr type="h" for="ch" forName="Child2" refType="h" fact="0.3124"/>
              <dgm:constr type="l" for="ch" forName="Accent1" refType="w" fact="-0.002"/>
              <dgm:constr type="t" for="ch" forName="Accent1" refType="h" fact="-0.0109"/>
              <dgm:constr type="w" for="ch" forName="Accent1" refType="w" fact="0.1496"/>
              <dgm:constr type="h" for="ch" forName="Accent1" refType="h" fact="0.806"/>
              <dgm:constr type="l" for="ch" forName="ParentBackground1" refType="w" fact="0.0234"/>
              <dgm:constr type="t" for="ch" forName="ParentBackground1" refType="h" fact="0.1262"/>
              <dgm:constr type="w" for="ch" forName="ParentBackground1" refType="w" fact="0.0987"/>
              <dgm:constr type="h" for="ch" forName="ParentBackground1" refType="h" fact="0.5319"/>
              <dgm:constr type="l" for="ch" forName="Child1" refType="w" fact="0.0234"/>
              <dgm:constr type="t" for="ch" forName="Child1" refType="h" fact="0.6876"/>
              <dgm:constr type="w" for="ch" forName="Child1" refType="w" fact="0.0987"/>
              <dgm:constr type="h" for="ch" forName="Child1" refType="h" fact="0.3124"/>
            </dgm:constrLst>
          </dgm:if>
          <dgm:if name="Name13"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l" for="ch" forName="Parent10" refType="w" fact="0.9205"/>
              <dgm:constr type="t" for="ch" forName="Parent10" refType="h" fact="0.2022"/>
              <dgm:constr type="w" for="ch" forName="Parent10" refType="w" fact="0.0636"/>
              <dgm:constr type="h" for="ch" forName="Parent10" refType="h" fact="0.3799"/>
              <dgm:constr type="l" for="ch" forName="Parent9" refType="w" fact="0.822"/>
              <dgm:constr type="t" for="ch" forName="Parent9" refType="h" fact="0.2022"/>
              <dgm:constr type="w" for="ch" forName="Parent9" refType="w" fact="0.0636"/>
              <dgm:constr type="h" for="ch" forName="Parent9" refType="h" fact="0.3799"/>
              <dgm:constr type="l" for="ch" forName="Parent8" refType="w" fact="0.7235"/>
              <dgm:constr type="t" for="ch" forName="Parent8" refType="h" fact="0.2022"/>
              <dgm:constr type="w" for="ch" forName="Parent8" refType="w" fact="0.0636"/>
              <dgm:constr type="h" for="ch" forName="Parent8" refType="h" fact="0.3799"/>
              <dgm:constr type="l" for="ch" forName="Parent7" refType="w" fact="0.625"/>
              <dgm:constr type="t" for="ch" forName="Parent7" refType="h" fact="0.2022"/>
              <dgm:constr type="w" for="ch" forName="Parent7" refType="w" fact="0.0636"/>
              <dgm:constr type="h" for="ch" forName="Parent7" refType="h" fact="0.3799"/>
              <dgm:constr type="l" for="ch" forName="Parent6" refType="w" fact="0.5264"/>
              <dgm:constr type="t" for="ch" forName="Parent6" refType="h" fact="0.2022"/>
              <dgm:constr type="w" for="ch" forName="Parent6" refType="w" fact="0.0636"/>
              <dgm:constr type="h" for="ch" forName="Parent6" refType="h" fact="0.3799"/>
              <dgm:constr type="l" for="ch" forName="Parent5" refType="w" fact="0.4279"/>
              <dgm:constr type="t" for="ch" forName="Parent5" refType="h" fact="0.2022"/>
              <dgm:constr type="w" for="ch" forName="Parent5" refType="w" fact="0.0636"/>
              <dgm:constr type="h" for="ch" forName="Parent5" refType="h" fact="0.3799"/>
              <dgm:constr type="l" for="ch" forName="Parent4" refType="w" fact="0.3294"/>
              <dgm:constr type="t" for="ch" forName="Parent4" refType="h" fact="0.2022"/>
              <dgm:constr type="w" for="ch" forName="Parent4" refType="w" fact="0.0636"/>
              <dgm:constr type="h" for="ch" forName="Parent4" refType="h" fact="0.3799"/>
              <dgm:constr type="l" for="ch" forName="Parent3" refType="w" fact="0.2309"/>
              <dgm:constr type="t" for="ch" forName="Parent3" refType="h" fact="0.2022"/>
              <dgm:constr type="w" for="ch" forName="Parent3" refType="w" fact="0.0636"/>
              <dgm:constr type="h" for="ch" forName="Parent3" refType="h" fact="0.3799"/>
              <dgm:constr type="l" for="ch" forName="Parent2" refType="w" fact="0.1324"/>
              <dgm:constr type="t" for="ch" forName="Parent2" refType="h" fact="0.2022"/>
              <dgm:constr type="w" for="ch" forName="Parent2" refType="w" fact="0.0636"/>
              <dgm:constr type="h" for="ch" forName="Parent2" refType="h" fact="0.3799"/>
              <dgm:constr type="l" for="ch" forName="Parent1" refType="w" fact="0.0338"/>
              <dgm:constr type="t" for="ch" forName="Parent1" refType="h" fact="0.2022"/>
              <dgm:constr type="w" for="ch" forName="Parent1" refType="w" fact="0.0636"/>
              <dgm:constr type="h" for="ch" forName="Parent1" refType="h" fact="0.3799"/>
              <dgm:constr type="l" for="ch" forName="Accent10" refType="w" fact="0.9047"/>
              <dgm:constr type="t" for="ch" forName="Accent10" refType="h" fact="0.1072"/>
              <dgm:constr type="w" for="ch" forName="Accent10" refType="w" fact="0.0953"/>
              <dgm:constr type="h" for="ch" forName="Accent10" refType="h" fact="0.5699"/>
              <dgm:constr type="l" for="ch" forName="ParentBackground10" refType="w" fact="0.9078"/>
              <dgm:constr type="t" for="ch" forName="ParentBackground10" refType="h" fact="0.1262"/>
              <dgm:constr type="w" for="ch" forName="ParentBackground10" refType="w" fact="0.089"/>
              <dgm:constr type="h" for="ch" forName="ParentBackground10" refType="h" fact="0.5319"/>
              <dgm:constr type="l" for="ch" forName="Child10" refType="w" fact="0.9078"/>
              <dgm:constr type="t" for="ch" forName="Child10" refType="h" fact="0.6876"/>
              <dgm:constr type="w" for="ch" forName="Child10" refType="w" fact="0.089"/>
              <dgm:constr type="h" for="ch" forName="Child10" refType="h" fact="0.3124"/>
              <dgm:constr type="l" for="ch" forName="Accent9" refType="w" fact="0.7864"/>
              <dgm:constr type="t" for="ch" forName="Accent9" refType="h" fact="-0.0109"/>
              <dgm:constr type="w" for="ch" forName="Accent9" refType="w" fact="0.1348"/>
              <dgm:constr type="h" for="ch" forName="Accent9" refType="h" fact="0.806"/>
              <dgm:constr type="l" for="ch" forName="ParentBackground9" refType="w" fact="0.8093"/>
              <dgm:constr type="t" for="ch" forName="ParentBackground9" refType="h" fact="0.1262"/>
              <dgm:constr type="w" for="ch" forName="ParentBackground9" refType="w" fact="0.089"/>
              <dgm:constr type="h" for="ch" forName="ParentBackground9" refType="h" fact="0.5319"/>
              <dgm:constr type="l" for="ch" forName="Child9" refType="w" fact="0.8093"/>
              <dgm:constr type="t" for="ch" forName="Child9" refType="h" fact="0.6876"/>
              <dgm:constr type="w" for="ch" forName="Child9" refType="w" fact="0.089"/>
              <dgm:constr type="h" for="ch" forName="Child9" refType="h" fact="0.3124"/>
              <dgm:constr type="l" for="ch" forName="Accent8" refType="w" fact="0.6879"/>
              <dgm:constr type="t" for="ch" forName="Accent8" refType="h" fact="-0.0109"/>
              <dgm:constr type="w" for="ch" forName="Accent8" refType="w" fact="0.1348"/>
              <dgm:constr type="h" for="ch" forName="Accent8" refType="h" fact="0.806"/>
              <dgm:constr type="l" for="ch" forName="ParentBackground8" refType="w" fact="0.7108"/>
              <dgm:constr type="t" for="ch" forName="ParentBackground8" refType="h" fact="0.1262"/>
              <dgm:constr type="w" for="ch" forName="ParentBackground8" refType="w" fact="0.089"/>
              <dgm:constr type="h" for="ch" forName="ParentBackground8" refType="h" fact="0.5319"/>
              <dgm:constr type="l" for="ch" forName="Child8" refType="w" fact="0.7108"/>
              <dgm:constr type="t" for="ch" forName="Child8" refType="h" fact="0.6876"/>
              <dgm:constr type="w" for="ch" forName="Child8" refType="w" fact="0.089"/>
              <dgm:constr type="h" for="ch" forName="Child8" refType="h" fact="0.3124"/>
              <dgm:constr type="l" for="ch" forName="Accent7" refType="w" fact="0.5893"/>
              <dgm:constr type="t" for="ch" forName="Accent7" refType="h" fact="-0.0109"/>
              <dgm:constr type="w" for="ch" forName="Accent7" refType="w" fact="0.1348"/>
              <dgm:constr type="h" for="ch" forName="Accent7" refType="h" fact="0.806"/>
              <dgm:constr type="l" for="ch" forName="ParentBackground7" refType="w" fact="0.6123"/>
              <dgm:constr type="t" for="ch" forName="ParentBackground7" refType="h" fact="0.1262"/>
              <dgm:constr type="w" for="ch" forName="ParentBackground7" refType="w" fact="0.089"/>
              <dgm:constr type="h" for="ch" forName="ParentBackground7" refType="h" fact="0.5319"/>
              <dgm:constr type="l" for="ch" forName="Child7" refType="w" fact="0.6123"/>
              <dgm:constr type="t" for="ch" forName="Child7" refType="h" fact="0.6876"/>
              <dgm:constr type="w" for="ch" forName="Child7" refType="w" fact="0.089"/>
              <dgm:constr type="h" for="ch" forName="Child7" refType="h" fact="0.3124"/>
              <dgm:constr type="l" for="ch" forName="Accent6" refType="w" fact="0.4908"/>
              <dgm:constr type="t" for="ch" forName="Accent6" refType="h" fact="-0.0109"/>
              <dgm:constr type="w" for="ch" forName="Accent6" refType="w" fact="0.1348"/>
              <dgm:constr type="h" for="ch" forName="Accent6" refType="h" fact="0.806"/>
              <dgm:constr type="l" for="ch" forName="ParentBackground6" refType="w" fact="0.5137"/>
              <dgm:constr type="t" for="ch" forName="ParentBackground6" refType="h" fact="0.1262"/>
              <dgm:constr type="w" for="ch" forName="ParentBackground6" refType="w" fact="0.089"/>
              <dgm:constr type="h" for="ch" forName="ParentBackground6" refType="h" fact="0.5319"/>
              <dgm:constr type="l" for="ch" forName="Child6" refType="w" fact="0.5137"/>
              <dgm:constr type="t" for="ch" forName="Child6" refType="h" fact="0.6876"/>
              <dgm:constr type="w" for="ch" forName="Child6" refType="w" fact="0.089"/>
              <dgm:constr type="h" for="ch" forName="Child6" refType="h" fact="0.3124"/>
              <dgm:constr type="l" for="ch" forName="Accent5" refType="w" fact="0.3923"/>
              <dgm:constr type="t" for="ch" forName="Accent5" refType="h" fact="-0.0109"/>
              <dgm:constr type="w" for="ch" forName="Accent5" refType="w" fact="0.1348"/>
              <dgm:constr type="h" for="ch" forName="Accent5" refType="h" fact="0.806"/>
              <dgm:constr type="l" for="ch" forName="ParentBackground5" refType="w" fact="0.4152"/>
              <dgm:constr type="t" for="ch" forName="ParentBackground5" refType="h" fact="0.1262"/>
              <dgm:constr type="w" for="ch" forName="ParentBackground5" refType="w" fact="0.089"/>
              <dgm:constr type="h" for="ch" forName="ParentBackground5" refType="h" fact="0.5319"/>
              <dgm:constr type="l" for="ch" forName="Child5" refType="w" fact="0.4152"/>
              <dgm:constr type="t" for="ch" forName="Child5" refType="h" fact="0.6876"/>
              <dgm:constr type="w" for="ch" forName="Child5" refType="w" fact="0.089"/>
              <dgm:constr type="h" for="ch" forName="Child5" refType="h" fact="0.3124"/>
              <dgm:constr type="l" for="ch" forName="Accent4" refType="w" fact="0.2938"/>
              <dgm:constr type="t" for="ch" forName="Accent4" refType="h" fact="-0.0109"/>
              <dgm:constr type="w" for="ch" forName="Accent4" refType="w" fact="0.1348"/>
              <dgm:constr type="h" for="ch" forName="Accent4" refType="h" fact="0.806"/>
              <dgm:constr type="l" for="ch" forName="ParentBackground4" refType="w" fact="0.3167"/>
              <dgm:constr type="t" for="ch" forName="ParentBackground4" refType="h" fact="0.1262"/>
              <dgm:constr type="w" for="ch" forName="ParentBackground4" refType="w" fact="0.089"/>
              <dgm:constr type="h" for="ch" forName="ParentBackground4" refType="h" fact="0.5319"/>
              <dgm:constr type="l" for="ch" forName="Child4" refType="w" fact="0.3167"/>
              <dgm:constr type="t" for="ch" forName="Child4" refType="h" fact="0.6876"/>
              <dgm:constr type="w" for="ch" forName="Child4" refType="w" fact="0.089"/>
              <dgm:constr type="h" for="ch" forName="Child4" refType="h" fact="0.3124"/>
              <dgm:constr type="l" for="ch" forName="Accent3" refType="w" fact="0.1952"/>
              <dgm:constr type="t" for="ch" forName="Accent3" refType="h" fact="-0.0109"/>
              <dgm:constr type="w" for="ch" forName="Accent3" refType="w" fact="0.1348"/>
              <dgm:constr type="h" for="ch" forName="Accent3" refType="h" fact="0.806"/>
              <dgm:constr type="l" for="ch" forName="ParentBackground3" refType="w" fact="0.2182"/>
              <dgm:constr type="t" for="ch" forName="ParentBackground3" refType="h" fact="0.1262"/>
              <dgm:constr type="w" for="ch" forName="ParentBackground3" refType="w" fact="0.089"/>
              <dgm:constr type="h" for="ch" forName="ParentBackground3" refType="h" fact="0.5319"/>
              <dgm:constr type="l" for="ch" forName="Child3" refType="w" fact="0.2182"/>
              <dgm:constr type="t" for="ch" forName="Child3" refType="h" fact="0.6876"/>
              <dgm:constr type="w" for="ch" forName="Child3" refType="w" fact="0.089"/>
              <dgm:constr type="h" for="ch" forName="Child3" refType="h" fact="0.3124"/>
              <dgm:constr type="l" for="ch" forName="Accent2" refType="w" fact="0.0967"/>
              <dgm:constr type="t" for="ch" forName="Accent2" refType="h" fact="-0.0109"/>
              <dgm:constr type="w" for="ch" forName="Accent2" refType="w" fact="0.1348"/>
              <dgm:constr type="h" for="ch" forName="Accent2" refType="h" fact="0.806"/>
              <dgm:constr type="l" for="ch" forName="ParentBackground2" refType="w" fact="0.1196"/>
              <dgm:constr type="t" for="ch" forName="ParentBackground2" refType="h" fact="0.1262"/>
              <dgm:constr type="w" for="ch" forName="ParentBackground2" refType="w" fact="0.089"/>
              <dgm:constr type="h" for="ch" forName="ParentBackground2" refType="h" fact="0.5319"/>
              <dgm:constr type="l" for="ch" forName="Child2" refType="w" fact="0.1196"/>
              <dgm:constr type="t" for="ch" forName="Child2" refType="h" fact="0.6876"/>
              <dgm:constr type="w" for="ch" forName="Child2" refType="w" fact="0.089"/>
              <dgm:constr type="h" for="ch" forName="Child2" refType="h" fact="0.3124"/>
              <dgm:constr type="l" for="ch" forName="Accent1" refType="w" fact="-0.0018"/>
              <dgm:constr type="t" for="ch" forName="Accent1" refType="h" fact="-0.0109"/>
              <dgm:constr type="w" for="ch" forName="Accent1" refType="w" fact="0.1348"/>
              <dgm:constr type="h" for="ch" forName="Accent1" refType="h" fact="0.806"/>
              <dgm:constr type="l" for="ch" forName="ParentBackground1" refType="w" fact="0.0211"/>
              <dgm:constr type="t" for="ch" forName="ParentBackground1" refType="h" fact="0.1262"/>
              <dgm:constr type="w" for="ch" forName="ParentBackground1" refType="w" fact="0.089"/>
              <dgm:constr type="h" for="ch" forName="ParentBackground1" refType="h" fact="0.5319"/>
              <dgm:constr type="l" for="ch" forName="Child1" refType="w" fact="0.0211"/>
              <dgm:constr type="t" for="ch" forName="Child1" refType="h" fact="0.6876"/>
              <dgm:constr type="w" for="ch" forName="Child1" refType="w" fact="0.089"/>
              <dgm:constr type="h" for="ch" forName="Child1" refType="h" fact="0.3124"/>
            </dgm:constrLst>
          </dgm:if>
          <dgm:else name="Name14">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l" for="ch" forName="Parent11" refType="w" fact="0.9277"/>
              <dgm:constr type="t" for="ch" forName="Parent11" refType="h" fact="0.2022"/>
              <dgm:constr type="w" for="ch" forName="Parent11" refType="w" fact="0.0579"/>
              <dgm:constr type="h" for="ch" forName="Parent11" refType="h" fact="0.3799"/>
              <dgm:constr type="l" for="ch" forName="Parent10" refType="w" fact="0.838"/>
              <dgm:constr type="t" for="ch" forName="Parent10" refType="h" fact="0.2022"/>
              <dgm:constr type="w" for="ch" forName="Parent10" refType="w" fact="0.0579"/>
              <dgm:constr type="h" for="ch" forName="Parent10" refType="h" fact="0.3799"/>
              <dgm:constr type="l" for="ch" forName="Parent9" refType="w" fact="0.7483"/>
              <dgm:constr type="t" for="ch" forName="Parent9" refType="h" fact="0.2022"/>
              <dgm:constr type="w" for="ch" forName="Parent9" refType="w" fact="0.0579"/>
              <dgm:constr type="h" for="ch" forName="Parent9" refType="h" fact="0.3799"/>
              <dgm:constr type="l" for="ch" forName="Parent8" refType="w" fact="0.6586"/>
              <dgm:constr type="t" for="ch" forName="Parent8" refType="h" fact="0.2022"/>
              <dgm:constr type="w" for="ch" forName="Parent8" refType="w" fact="0.0579"/>
              <dgm:constr type="h" for="ch" forName="Parent8" refType="h" fact="0.3799"/>
              <dgm:constr type="l" for="ch" forName="Parent7" refType="w" fact="0.5689"/>
              <dgm:constr type="t" for="ch" forName="Parent7" refType="h" fact="0.2022"/>
              <dgm:constr type="w" for="ch" forName="Parent7" refType="w" fact="0.0579"/>
              <dgm:constr type="h" for="ch" forName="Parent7" refType="h" fact="0.3799"/>
              <dgm:constr type="l" for="ch" forName="Parent6" refType="w" fact="0.4792"/>
              <dgm:constr type="t" for="ch" forName="Parent6" refType="h" fact="0.2022"/>
              <dgm:constr type="w" for="ch" forName="Parent6" refType="w" fact="0.0579"/>
              <dgm:constr type="h" for="ch" forName="Parent6" refType="h" fact="0.3799"/>
              <dgm:constr type="l" for="ch" forName="Parent5" refType="w" fact="0.3895"/>
              <dgm:constr type="t" for="ch" forName="Parent5" refType="h" fact="0.2022"/>
              <dgm:constr type="w" for="ch" forName="Parent5" refType="w" fact="0.0579"/>
              <dgm:constr type="h" for="ch" forName="Parent5" refType="h" fact="0.3799"/>
              <dgm:constr type="l" for="ch" forName="Parent4" refType="w" fact="0.2999"/>
              <dgm:constr type="t" for="ch" forName="Parent4" refType="h" fact="0.2022"/>
              <dgm:constr type="w" for="ch" forName="Parent4" refType="w" fact="0.0579"/>
              <dgm:constr type="h" for="ch" forName="Parent4" refType="h" fact="0.3799"/>
              <dgm:constr type="l" for="ch" forName="Parent3" refType="w" fact="0.2102"/>
              <dgm:constr type="t" for="ch" forName="Parent3" refType="h" fact="0.2022"/>
              <dgm:constr type="w" for="ch" forName="Parent3" refType="w" fact="0.0579"/>
              <dgm:constr type="h" for="ch" forName="Parent3" refType="h" fact="0.3799"/>
              <dgm:constr type="l" for="ch" forName="Parent2" refType="w" fact="0.1205"/>
              <dgm:constr type="t" for="ch" forName="Parent2" refType="h" fact="0.2022"/>
              <dgm:constr type="w" for="ch" forName="Parent2" refType="w" fact="0.0579"/>
              <dgm:constr type="h" for="ch" forName="Parent2" refType="h" fact="0.3799"/>
              <dgm:constr type="l" for="ch" forName="Parent1" refType="w" fact="0.0308"/>
              <dgm:constr type="t" for="ch" forName="Parent1" refType="h" fact="0.2022"/>
              <dgm:constr type="w" for="ch" forName="Parent1" refType="w" fact="0.0579"/>
              <dgm:constr type="h" for="ch" forName="Parent1" refType="h" fact="0.3799"/>
              <dgm:constr type="l" for="ch" forName="Accent11" refType="w" fact="0.9132"/>
              <dgm:constr type="t" for="ch" forName="Accent11" refType="h" fact="0.1072"/>
              <dgm:constr type="w" for="ch" forName="Accent11" refType="w" fact="0.0868"/>
              <dgm:constr type="h" for="ch" forName="Accent11" refType="h" fact="0.5699"/>
              <dgm:constr type="l" for="ch" forName="ParentBackground11" refType="w" fact="0.9161"/>
              <dgm:constr type="t" for="ch" forName="ParentBackground11" refType="h" fact="0.1262"/>
              <dgm:constr type="w" for="ch" forName="ParentBackground11" refType="w" fact="0.081"/>
              <dgm:constr type="h" for="ch" forName="ParentBackground11" refType="h" fact="0.5319"/>
              <dgm:constr type="l" for="ch" forName="Child11" refType="w" fact="0.9161"/>
              <dgm:constr type="t" for="ch" forName="Child11" refType="h" fact="0.6876"/>
              <dgm:constr type="w" for="ch" forName="Child11" refType="w" fact="0.081"/>
              <dgm:constr type="h" for="ch" forName="Child11" refType="h" fact="0.3124"/>
              <dgm:constr type="l" for="ch" forName="Accent10" refType="w" fact="0.8055"/>
              <dgm:constr type="t" for="ch" forName="Accent10" refType="h" fact="-0.0109"/>
              <dgm:constr type="w" for="ch" forName="Accent10" refType="w" fact="0.1228"/>
              <dgm:constr type="h" for="ch" forName="Accent10" refType="h" fact="0.806"/>
              <dgm:constr type="l" for="ch" forName="ParentBackground10" refType="w" fact="0.8264"/>
              <dgm:constr type="t" for="ch" forName="ParentBackground10" refType="h" fact="0.1262"/>
              <dgm:constr type="w" for="ch" forName="ParentBackground10" refType="w" fact="0.081"/>
              <dgm:constr type="h" for="ch" forName="ParentBackground10" refType="h" fact="0.5319"/>
              <dgm:constr type="l" for="ch" forName="Child10" refType="w" fact="0.8264"/>
              <dgm:constr type="t" for="ch" forName="Child10" refType="h" fact="0.6876"/>
              <dgm:constr type="w" for="ch" forName="Child10" refType="w" fact="0.081"/>
              <dgm:constr type="h" for="ch" forName="Child10" refType="h" fact="0.3124"/>
              <dgm:constr type="l" for="ch" forName="Accent9" refType="w" fact="0.7158"/>
              <dgm:constr type="t" for="ch" forName="Accent9" refType="h" fact="-0.0109"/>
              <dgm:constr type="w" for="ch" forName="Accent9" refType="w" fact="0.1228"/>
              <dgm:constr type="h" for="ch" forName="Accent9" refType="h" fact="0.806"/>
              <dgm:constr type="l" for="ch" forName="ParentBackground9" refType="w" fact="0.7367"/>
              <dgm:constr type="t" for="ch" forName="ParentBackground9" refType="h" fact="0.1262"/>
              <dgm:constr type="w" for="ch" forName="ParentBackground9" refType="w" fact="0.081"/>
              <dgm:constr type="h" for="ch" forName="ParentBackground9" refType="h" fact="0.5319"/>
              <dgm:constr type="l" for="ch" forName="Child9" refType="w" fact="0.7367"/>
              <dgm:constr type="t" for="ch" forName="Child9" refType="h" fact="0.6876"/>
              <dgm:constr type="w" for="ch" forName="Child9" refType="w" fact="0.081"/>
              <dgm:constr type="h" for="ch" forName="Child9" refType="h" fact="0.3124"/>
              <dgm:constr type="l" for="ch" forName="Accent8" refType="w" fact="0.6261"/>
              <dgm:constr type="t" for="ch" forName="Accent8" refType="h" fact="-0.0109"/>
              <dgm:constr type="w" for="ch" forName="Accent8" refType="w" fact="0.1228"/>
              <dgm:constr type="h" for="ch" forName="Accent8" refType="h" fact="0.806"/>
              <dgm:constr type="l" for="ch" forName="ParentBackground8" refType="w" fact="0.647"/>
              <dgm:constr type="t" for="ch" forName="ParentBackground8" refType="h" fact="0.1262"/>
              <dgm:constr type="w" for="ch" forName="ParentBackground8" refType="w" fact="0.081"/>
              <dgm:constr type="h" for="ch" forName="ParentBackground8" refType="h" fact="0.5319"/>
              <dgm:constr type="l" for="ch" forName="Child8" refType="w" fact="0.647"/>
              <dgm:constr type="t" for="ch" forName="Child8" refType="h" fact="0.6876"/>
              <dgm:constr type="w" for="ch" forName="Child8" refType="w" fact="0.081"/>
              <dgm:constr type="h" for="ch" forName="Child8" refType="h" fact="0.3124"/>
              <dgm:constr type="l" for="ch" forName="Accent7" refType="w" fact="0.5364"/>
              <dgm:constr type="t" for="ch" forName="Accent7" refType="h" fact="-0.0109"/>
              <dgm:constr type="w" for="ch" forName="Accent7" refType="w" fact="0.1228"/>
              <dgm:constr type="h" for="ch" forName="Accent7" refType="h" fact="0.806"/>
              <dgm:constr type="l" for="ch" forName="ParentBackground7" refType="w" fact="0.5573"/>
              <dgm:constr type="t" for="ch" forName="ParentBackground7" refType="h" fact="0.1262"/>
              <dgm:constr type="w" for="ch" forName="ParentBackground7" refType="w" fact="0.081"/>
              <dgm:constr type="h" for="ch" forName="ParentBackground7" refType="h" fact="0.5319"/>
              <dgm:constr type="l" for="ch" forName="Child7" refType="w" fact="0.5573"/>
              <dgm:constr type="t" for="ch" forName="Child7" refType="h" fact="0.6876"/>
              <dgm:constr type="w" for="ch" forName="Child7" refType="w" fact="0.081"/>
              <dgm:constr type="h" for="ch" forName="Child7" refType="h" fact="0.3124"/>
              <dgm:constr type="l" for="ch" forName="Accent6" refType="w" fact="0.4467"/>
              <dgm:constr type="t" for="ch" forName="Accent6" refType="h" fact="-0.0109"/>
              <dgm:constr type="w" for="ch" forName="Accent6" refType="w" fact="0.1228"/>
              <dgm:constr type="h" for="ch" forName="Accent6" refType="h" fact="0.806"/>
              <dgm:constr type="l" for="ch" forName="ParentBackground6" refType="w" fact="0.4677"/>
              <dgm:constr type="t" for="ch" forName="ParentBackground6" refType="h" fact="0.1262"/>
              <dgm:constr type="w" for="ch" forName="ParentBackground6" refType="w" fact="0.081"/>
              <dgm:constr type="h" for="ch" forName="ParentBackground6" refType="h" fact="0.5319"/>
              <dgm:constr type="l" for="ch" forName="Child6" refType="w" fact="0.4677"/>
              <dgm:constr type="t" for="ch" forName="Child6" refType="h" fact="0.6876"/>
              <dgm:constr type="w" for="ch" forName="Child6" refType="w" fact="0.081"/>
              <dgm:constr type="h" for="ch" forName="Child6" refType="h" fact="0.3124"/>
              <dgm:constr type="l" for="ch" forName="Accent5" refType="w" fact="0.3571"/>
              <dgm:constr type="t" for="ch" forName="Accent5" refType="h" fact="-0.0109"/>
              <dgm:constr type="w" for="ch" forName="Accent5" refType="w" fact="0.1228"/>
              <dgm:constr type="h" for="ch" forName="Accent5" refType="h" fact="0.806"/>
              <dgm:constr type="l" for="ch" forName="ParentBackground5" refType="w" fact="0.378"/>
              <dgm:constr type="t" for="ch" forName="ParentBackground5" refType="h" fact="0.1262"/>
              <dgm:constr type="w" for="ch" forName="ParentBackground5" refType="w" fact="0.081"/>
              <dgm:constr type="h" for="ch" forName="ParentBackground5" refType="h" fact="0.5319"/>
              <dgm:constr type="l" for="ch" forName="Child5" refType="w" fact="0.378"/>
              <dgm:constr type="t" for="ch" forName="Child5" refType="h" fact="0.6876"/>
              <dgm:constr type="w" for="ch" forName="Child5" refType="w" fact="0.081"/>
              <dgm:constr type="h" for="ch" forName="Child5" refType="h" fact="0.3124"/>
              <dgm:constr type="l" for="ch" forName="Accent4" refType="w" fact="0.2674"/>
              <dgm:constr type="t" for="ch" forName="Accent4" refType="h" fact="-0.0109"/>
              <dgm:constr type="w" for="ch" forName="Accent4" refType="w" fact="0.1228"/>
              <dgm:constr type="h" for="ch" forName="Accent4" refType="h" fact="0.806"/>
              <dgm:constr type="l" for="ch" forName="ParentBackground4" refType="w" fact="0.2883"/>
              <dgm:constr type="t" for="ch" forName="ParentBackground4" refType="h" fact="0.1262"/>
              <dgm:constr type="w" for="ch" forName="ParentBackground4" refType="w" fact="0.081"/>
              <dgm:constr type="h" for="ch" forName="ParentBackground4" refType="h" fact="0.5319"/>
              <dgm:constr type="l" for="ch" forName="Child4" refType="w" fact="0.2883"/>
              <dgm:constr type="t" for="ch" forName="Child4" refType="h" fact="0.6876"/>
              <dgm:constr type="w" for="ch" forName="Child4" refType="w" fact="0.081"/>
              <dgm:constr type="h" for="ch" forName="Child4" refType="h" fact="0.3124"/>
              <dgm:constr type="l" for="ch" forName="Accent3" refType="w" fact="0.1777"/>
              <dgm:constr type="t" for="ch" forName="Accent3" refType="h" fact="-0.0109"/>
              <dgm:constr type="w" for="ch" forName="Accent3" refType="w" fact="0.1228"/>
              <dgm:constr type="h" for="ch" forName="Accent3" refType="h" fact="0.806"/>
              <dgm:constr type="l" for="ch" forName="ParentBackground3" refType="w" fact="0.1986"/>
              <dgm:constr type="t" for="ch" forName="ParentBackground3" refType="h" fact="0.1262"/>
              <dgm:constr type="w" for="ch" forName="ParentBackground3" refType="w" fact="0.081"/>
              <dgm:constr type="h" for="ch" forName="ParentBackground3" refType="h" fact="0.5319"/>
              <dgm:constr type="l" for="ch" forName="Child3" refType="w" fact="0.1986"/>
              <dgm:constr type="t" for="ch" forName="Child3" refType="h" fact="0.6876"/>
              <dgm:constr type="w" for="ch" forName="Child3" refType="w" fact="0.081"/>
              <dgm:constr type="h" for="ch" forName="Child3" refType="h" fact="0.3124"/>
              <dgm:constr type="l" for="ch" forName="Accent2" refType="w" fact="0.088"/>
              <dgm:constr type="t" for="ch" forName="Accent2" refType="h" fact="-0.0109"/>
              <dgm:constr type="w" for="ch" forName="Accent2" refType="w" fact="0.1228"/>
              <dgm:constr type="h" for="ch" forName="Accent2" refType="h" fact="0.806"/>
              <dgm:constr type="l" for="ch" forName="ParentBackground2" refType="w" fact="0.1089"/>
              <dgm:constr type="t" for="ch" forName="ParentBackground2" refType="h" fact="0.1262"/>
              <dgm:constr type="w" for="ch" forName="ParentBackground2" refType="w" fact="0.081"/>
              <dgm:constr type="h" for="ch" forName="ParentBackground2" refType="h" fact="0.5319"/>
              <dgm:constr type="l" for="ch" forName="Child2" refType="w" fact="0.1089"/>
              <dgm:constr type="t" for="ch" forName="Child2" refType="h" fact="0.6876"/>
              <dgm:constr type="w" for="ch" forName="Child2" refType="w" fact="0.081"/>
              <dgm:constr type="h" for="ch" forName="Child2" refType="h" fact="0.3124"/>
              <dgm:constr type="l" for="ch" forName="Accent1" refType="w" fact="-0.0017"/>
              <dgm:constr type="t" for="ch" forName="Accent1" refType="h" fact="-0.0109"/>
              <dgm:constr type="w" for="ch" forName="Accent1" refType="w" fact="0.1228"/>
              <dgm:constr type="h" for="ch" forName="Accent1" refType="h" fact="0.806"/>
              <dgm:constr type="l" for="ch" forName="ParentBackground1" refType="w" fact="0.0192"/>
              <dgm:constr type="t" for="ch" forName="ParentBackground1" refType="h" fact="0.1262"/>
              <dgm:constr type="w" for="ch" forName="ParentBackground1" refType="w" fact="0.081"/>
              <dgm:constr type="h" for="ch" forName="ParentBackground1" refType="h" fact="0.5319"/>
              <dgm:constr type="l" for="ch" forName="Child1" refType="w" fact="0.0192"/>
              <dgm:constr type="t" for="ch" forName="Child1" refType="h" fact="0.6876"/>
              <dgm:constr type="w" for="ch" forName="Child1" refType="w" fact="0.081"/>
              <dgm:constr type="h" for="ch" forName="Child1" refType="h" fact="0.3124"/>
            </dgm:constrLst>
          </dgm:else>
        </dgm:choose>
      </dgm:if>
      <dgm:else name="Name15">
        <dgm:choose name="Name16">
          <dgm:if name="Name17"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18"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r" for="ch" forName="Parent2" refType="w" fact="0.3751"/>
              <dgm:constr type="t" for="ch" forName="Parent2" refType="h" fact="0.2022"/>
              <dgm:constr type="w" for="ch" forName="Parent2" refType="w" fact="0.3001"/>
              <dgm:constr type="h" for="ch" forName="Parent2" refType="h" fact="0.3799"/>
              <dgm:constr type="r" for="ch" forName="Parent1" refType="w" fact="0.8403"/>
              <dgm:constr type="t" for="ch" forName="Parent1" refType="h" fact="0.2022"/>
              <dgm:constr type="w" for="ch" forName="Parent1" refType="w" fact="0.3001"/>
              <dgm:constr type="h" for="ch" forName="Parent1" refType="h" fact="0.3799"/>
              <dgm:constr type="r" for="ch" forName="Accent2" refType="w" fact="0.4502"/>
              <dgm:constr type="t" for="ch" forName="Accent2" refType="h" fact="0.1072"/>
              <dgm:constr type="w" for="ch" forName="Accent2" refType="w" fact="0.4502"/>
              <dgm:constr type="h" for="ch" forName="Accent2" refType="h" fact="0.5699"/>
              <dgm:constr type="r" for="ch" forName="ParentBackground2" refType="w" fact="0.4352"/>
              <dgm:constr type="t" for="ch" forName="ParentBackground2" refType="h" fact="0.1262"/>
              <dgm:constr type="w" for="ch" forName="ParentBackground2" refType="w" fact="0.4201"/>
              <dgm:constr type="h" for="ch" forName="ParentBackground2" refType="h" fact="0.5319"/>
              <dgm:constr type="r" for="ch" forName="Child2" refType="w" fact="0.4352"/>
              <dgm:constr type="t" for="ch" forName="Child2" refType="h" fact="0.6876"/>
              <dgm:constr type="w" for="ch" forName="Child2" refType="w" fact="0.4201"/>
              <dgm:constr type="h" for="ch" forName="Child2" refType="h" fact="0.3124"/>
              <dgm:constr type="r" for="ch" forName="Accent1" refType="w" fact="1.0086"/>
              <dgm:constr type="t" for="ch" forName="Accent1" refType="h" fact="-0.0109"/>
              <dgm:constr type="w" for="ch" forName="Accent1" refType="w" fact="0.6367"/>
              <dgm:constr type="h" for="ch" forName="Accent1" refType="h" fact="0.806"/>
              <dgm:constr type="r" for="ch" forName="ParentBackground1" refType="w" fact="0.9003"/>
              <dgm:constr type="t" for="ch" forName="ParentBackground1" refType="h" fact="0.1262"/>
              <dgm:constr type="w" for="ch" forName="ParentBackground1" refType="w" fact="0.4201"/>
              <dgm:constr type="h" for="ch" forName="ParentBackground1" refType="h" fact="0.5319"/>
              <dgm:constr type="r" for="ch" forName="Child1" refType="w" fact="0.9003"/>
              <dgm:constr type="t" for="ch" forName="Child1" refType="h" fact="0.6876"/>
              <dgm:constr type="w" for="ch" forName="Child1" refType="w" fact="0.4201"/>
              <dgm:constr type="h" for="ch" forName="Child1" refType="h" fact="0.3124"/>
            </dgm:constrLst>
          </dgm:if>
          <dgm:if name="Name19"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r" for="ch" forName="Parent3" refType="w" fact="0.256"/>
              <dgm:constr type="t" for="ch" forName="Parent3" refType="h" fact="0.2022"/>
              <dgm:constr type="w" for="ch" forName="Parent3" refType="w" fact="0.2048"/>
              <dgm:constr type="h" for="ch" forName="Parent3" refType="h" fact="0.3799"/>
              <dgm:constr type="r" for="ch" forName="Parent2" refType="w" fact="0.5735"/>
              <dgm:constr type="t" for="ch" forName="Parent2" refType="h" fact="0.2022"/>
              <dgm:constr type="w" for="ch" forName="Parent2" refType="w" fact="0.2048"/>
              <dgm:constr type="h" for="ch" forName="Parent2" refType="h" fact="0.3799"/>
              <dgm:constr type="r" for="ch" forName="Parent1" refType="w" fact="0.891"/>
              <dgm:constr type="t" for="ch" forName="Parent1" refType="h" fact="0.2022"/>
              <dgm:constr type="w" for="ch" forName="Parent1" refType="w" fact="0.2048"/>
              <dgm:constr type="h" for="ch" forName="Parent1" refType="h" fact="0.3799"/>
              <dgm:constr type="r" for="ch" forName="Accent3" refType="w" fact="0.3072"/>
              <dgm:constr type="t" for="ch" forName="Accent3" refType="h" fact="0.1072"/>
              <dgm:constr type="w" for="ch" forName="Accent3" refType="w" fact="0.3072"/>
              <dgm:constr type="h" for="ch" forName="Accent3" refType="h" fact="0.5699"/>
              <dgm:constr type="r" for="ch" forName="ParentBackground3" refType="w" fact="0.297"/>
              <dgm:constr type="t" for="ch" forName="ParentBackground3" refType="h" fact="0.1262"/>
              <dgm:constr type="w" for="ch" forName="ParentBackground3" refType="w" fact="0.2868"/>
              <dgm:constr type="h" for="ch" forName="ParentBackground3" refType="h" fact="0.5319"/>
              <dgm:constr type="r" for="ch" forName="Child3" refType="w" fact="0.297"/>
              <dgm:constr type="t" for="ch" forName="Child3" refType="h" fact="0.6876"/>
              <dgm:constr type="w" for="ch" forName="Child3" refType="w" fact="0.2868"/>
              <dgm:constr type="h" for="ch" forName="Child3" refType="h" fact="0.3124"/>
              <dgm:constr type="r" for="ch" forName="Accent2" refType="w" fact="0.6878"/>
              <dgm:constr type="t" for="ch" forName="Accent2" refType="h" fact="-0.0109"/>
              <dgm:constr type="w" for="ch" forName="Accent2" refType="w" fact="0.4334"/>
              <dgm:constr type="h" for="ch" forName="Accent2" refType="h" fact="0.806"/>
              <dgm:constr type="r" for="ch" forName="ParentBackground2" refType="w" fact="0.6145"/>
              <dgm:constr type="t" for="ch" forName="ParentBackground2" refType="h" fact="0.1262"/>
              <dgm:constr type="w" for="ch" forName="ParentBackground2" refType="w" fact="0.2868"/>
              <dgm:constr type="h" for="ch" forName="ParentBackground2" refType="h" fact="0.5319"/>
              <dgm:constr type="r" for="ch" forName="Child2" refType="w" fact="0.6145"/>
              <dgm:constr type="t" for="ch" forName="Child2" refType="h" fact="0.6876"/>
              <dgm:constr type="w" for="ch" forName="Child2" refType="w" fact="0.2868"/>
              <dgm:constr type="h" for="ch" forName="Child2" refType="h" fact="0.3124"/>
              <dgm:constr type="r" for="ch" forName="Accent1" refType="w" fact="1.0053"/>
              <dgm:constr type="t" for="ch" forName="Accent1" refType="h" fact="-0.0109"/>
              <dgm:constr type="w" for="ch" forName="Accent1" refType="w" fact="0.4334"/>
              <dgm:constr type="h" for="ch" forName="Accent1" refType="h" fact="0.806"/>
              <dgm:constr type="r" for="ch" forName="ParentBackground1" refType="w" fact="0.932"/>
              <dgm:constr type="t" for="ch" forName="ParentBackground1" refType="h" fact="0.1262"/>
              <dgm:constr type="w" for="ch" forName="ParentBackground1" refType="w" fact="0.2868"/>
              <dgm:constr type="h" for="ch" forName="ParentBackground1" refType="h" fact="0.5319"/>
              <dgm:constr type="r" for="ch" forName="Child1" refType="w" fact="0.932"/>
              <dgm:constr type="t" for="ch" forName="Child1" refType="h" fact="0.6876"/>
              <dgm:constr type="w" for="ch" forName="Child1" refType="w" fact="0.2868"/>
              <dgm:constr type="h" for="ch" forName="Child1" refType="h" fact="0.3124"/>
            </dgm:constrLst>
          </dgm:if>
          <dgm:if name="Name20"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Parent4" refType="w" fact="0.1943"/>
              <dgm:constr type="t" for="ch" forName="Parent4" refType="h" fact="0.2022"/>
              <dgm:constr type="w" for="ch" forName="Parent4" refType="w" fact="0.1555"/>
              <dgm:constr type="h" for="ch" forName="Parent4" refType="h" fact="0.3799"/>
              <dgm:constr type="r" for="ch" forName="Parent3" refType="w" fact="0.4353"/>
              <dgm:constr type="t" for="ch" forName="Parent3" refType="h" fact="0.2022"/>
              <dgm:constr type="w" for="ch" forName="Parent3" refType="w" fact="0.1555"/>
              <dgm:constr type="h" for="ch" forName="Parent3" refType="h" fact="0.3799"/>
              <dgm:constr type="r" for="ch" forName="Parent2" refType="w" fact="0.6763"/>
              <dgm:constr type="t" for="ch" forName="Parent2" refType="h" fact="0.2022"/>
              <dgm:constr type="w" for="ch" forName="Parent2" refType="w" fact="0.1555"/>
              <dgm:constr type="h" for="ch" forName="Parent2" refType="h" fact="0.3799"/>
              <dgm:constr type="r" for="ch" forName="Parent1" refType="w" fact="0.9173"/>
              <dgm:constr type="t" for="ch" forName="Parent1" refType="h" fact="0.2022"/>
              <dgm:constr type="w" for="ch" forName="Parent1" refType="w" fact="0.1555"/>
              <dgm:constr type="h" for="ch" forName="Parent1" refType="h" fact="0.3799"/>
              <dgm:constr type="r" for="ch" forName="Accent4" refType="w" fact="0.2332"/>
              <dgm:constr type="t" for="ch" forName="Accent4" refType="h" fact="0.1072"/>
              <dgm:constr type="w" for="ch" forName="Accent4" refType="w" fact="0.2332"/>
              <dgm:constr type="h" for="ch" forName="Accent4" refType="h" fact="0.5699"/>
              <dgm:constr type="r" for="ch" forName="ParentBackground4" refType="w" fact="0.2254"/>
              <dgm:constr type="t" for="ch" forName="ParentBackground4" refType="h" fact="0.1262"/>
              <dgm:constr type="w" for="ch" forName="ParentBackground4" refType="w" fact="0.2177"/>
              <dgm:constr type="h" for="ch" forName="ParentBackground4" refType="h" fact="0.5319"/>
              <dgm:constr type="r" for="ch" forName="Child4" refType="w" fact="0.2254"/>
              <dgm:constr type="t" for="ch" forName="Child4" refType="h" fact="0.6876"/>
              <dgm:constr type="w" for="ch" forName="Child4" refType="w" fact="0.2177"/>
              <dgm:constr type="h" for="ch" forName="Child4" refType="h" fact="0.3124"/>
              <dgm:constr type="r" for="ch" forName="Accent3" refType="w" fact="0.5235"/>
              <dgm:constr type="t" for="ch" forName="Accent3" refType="h" fact="-0.0109"/>
              <dgm:constr type="w" for="ch" forName="Accent3" refType="w" fact="0.3298"/>
              <dgm:constr type="h" for="ch" forName="Accent3" refType="h" fact="0.806"/>
              <dgm:constr type="r" for="ch" forName="ParentBackground3" refType="w" fact="0.4664"/>
              <dgm:constr type="t" for="ch" forName="ParentBackground3" refType="h" fact="0.1262"/>
              <dgm:constr type="w" for="ch" forName="ParentBackground3" refType="w" fact="0.2177"/>
              <dgm:constr type="h" for="ch" forName="ParentBackground3" refType="h" fact="0.5319"/>
              <dgm:constr type="r" for="ch" forName="Child3" refType="w" fact="0.4664"/>
              <dgm:constr type="t" for="ch" forName="Child3" refType="h" fact="0.6876"/>
              <dgm:constr type="w" for="ch" forName="Child3" refType="w" fact="0.2177"/>
              <dgm:constr type="h" for="ch" forName="Child3" refType="h" fact="0.3124"/>
              <dgm:constr type="r" for="ch" forName="Accent2" refType="w" fact="0.7635"/>
              <dgm:constr type="t" for="ch" forName="Accent2" refType="h" fact="-0.0109"/>
              <dgm:constr type="w" for="ch" forName="Accent2" refType="w" fact="0.3298"/>
              <dgm:constr type="h" for="ch" forName="Accent2" refType="h" fact="0.806"/>
              <dgm:constr type="r" for="ch" forName="ParentBackground2" refType="w" fact="0.7074"/>
              <dgm:constr type="t" for="ch" forName="ParentBackground2" refType="h" fact="0.1262"/>
              <dgm:constr type="w" for="ch" forName="ParentBackground2" refType="w" fact="0.2177"/>
              <dgm:constr type="h" for="ch" forName="ParentBackground2" refType="h" fact="0.5319"/>
              <dgm:constr type="r" for="ch" forName="Child2" refType="w" fact="0.7074"/>
              <dgm:constr type="t" for="ch" forName="Child2" refType="h" fact="0.6876"/>
              <dgm:constr type="w" for="ch" forName="Child2" refType="w" fact="0.2177"/>
              <dgm:constr type="h" for="ch" forName="Child2" refType="h" fact="0.3124"/>
              <dgm:constr type="r" for="ch" forName="Accent1" refType="w" fact="1.0045"/>
              <dgm:constr type="t" for="ch" forName="Accent1" refType="h" fact="-0.0109"/>
              <dgm:constr type="w" for="ch" forName="Accent1" refType="w" fact="0.3298"/>
              <dgm:constr type="h" for="ch" forName="Accent1" refType="h" fact="0.806"/>
              <dgm:constr type="r" for="ch" forName="ParentBackground1" refType="w" fact="0.9484"/>
              <dgm:constr type="t" for="ch" forName="ParentBackground1" refType="h" fact="0.1262"/>
              <dgm:constr type="w" for="ch" forName="ParentBackground1" refType="w" fact="0.2177"/>
              <dgm:constr type="h" for="ch" forName="ParentBackground1" refType="h" fact="0.5319"/>
              <dgm:constr type="r" for="ch" forName="Child1" refType="w" fact="0.9484"/>
              <dgm:constr type="t" for="ch" forName="Child1" refType="h" fact="0.6876"/>
              <dgm:constr type="w" for="ch" forName="Child1" refType="w" fact="0.2177"/>
              <dgm:constr type="h" for="ch" forName="Child1" refType="h" fact="0.3124"/>
            </dgm:constrLst>
          </dgm:if>
          <dgm:if name="Name21"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Parent5" refType="w" fact="0.1566"/>
              <dgm:constr type="t" for="ch" forName="Parent5" refType="h" fact="0.2022"/>
              <dgm:constr type="w" for="ch" forName="Parent5" refType="w" fact="0.1253"/>
              <dgm:constr type="h" for="ch" forName="Parent5" refType="h" fact="0.3799"/>
              <dgm:constr type="r" for="ch" forName="Parent4" refType="w" fact="0.3508"/>
              <dgm:constr type="t" for="ch" forName="Parent4" refType="h" fact="0.2022"/>
              <dgm:constr type="w" for="ch" forName="Parent4" refType="w" fact="0.1253"/>
              <dgm:constr type="h" for="ch" forName="Parent4" refType="h" fact="0.3799"/>
              <dgm:constr type="r" for="ch" forName="Parent3" refType="w" fact="0.545"/>
              <dgm:constr type="t" for="ch" forName="Parent3" refType="h" fact="0.2022"/>
              <dgm:constr type="w" for="ch" forName="Parent3" refType="w" fact="0.1253"/>
              <dgm:constr type="h" for="ch" forName="Parent3" refType="h" fact="0.3799"/>
              <dgm:constr type="r" for="ch" forName="Parent2" refType="w" fact="0.7391"/>
              <dgm:constr type="t" for="ch" forName="Parent2" refType="h" fact="0.2022"/>
              <dgm:constr type="w" for="ch" forName="Parent2" refType="w" fact="0.1253"/>
              <dgm:constr type="h" for="ch" forName="Parent2" refType="h" fact="0.3799"/>
              <dgm:constr type="r" for="ch" forName="Parent1" refType="w" fact="0.9333"/>
              <dgm:constr type="t" for="ch" forName="Parent1" refType="h" fact="0.2022"/>
              <dgm:constr type="w" for="ch" forName="Parent1" refType="w" fact="0.1253"/>
              <dgm:constr type="h" for="ch" forName="Parent1" refType="h" fact="0.3799"/>
              <dgm:constr type="r" for="ch" forName="Accent5" refType="w" fact="0.1879"/>
              <dgm:constr type="t" for="ch" forName="Accent5" refType="h" fact="0.1072"/>
              <dgm:constr type="w" for="ch" forName="Accent5" refType="w" fact="0.1879"/>
              <dgm:constr type="h" for="ch" forName="Accent5" refType="h" fact="0.5699"/>
              <dgm:constr type="r" for="ch" forName="ParentBackground5" refType="w" fact="0.1817"/>
              <dgm:constr type="t" for="ch" forName="ParentBackground5" refType="h" fact="0.1262"/>
              <dgm:constr type="w" for="ch" forName="ParentBackground5" refType="w" fact="0.1754"/>
              <dgm:constr type="h" for="ch" forName="ParentBackground5" refType="h" fact="0.5319"/>
              <dgm:constr type="r" for="ch" forName="Child5" refType="w" fact="0.1817"/>
              <dgm:constr type="t" for="ch" forName="Child5" refType="h" fact="0.6876"/>
              <dgm:constr type="w" for="ch" forName="Child5" refType="w" fact="0.1754"/>
              <dgm:constr type="h" for="ch" forName="Child5" refType="h" fact="0.3124"/>
              <dgm:constr type="r" for="ch" forName="Accent4" refType="w" fact="0.4211"/>
              <dgm:constr type="t" for="ch" forName="Accent4" refType="h" fact="-0.0109"/>
              <dgm:constr type="w" for="ch" forName="Accent4" refType="w" fact="0.2657"/>
              <dgm:constr type="h" for="ch" forName="Accent4" refType="h" fact="0.806"/>
              <dgm:constr type="r" for="ch" forName="ParentBackground4" refType="w" fact="0.3758"/>
              <dgm:constr type="t" for="ch" forName="ParentBackground4" refType="h" fact="0.1262"/>
              <dgm:constr type="w" for="ch" forName="ParentBackground4" refType="w" fact="0.1754"/>
              <dgm:constr type="h" for="ch" forName="ParentBackground4" refType="h" fact="0.5319"/>
              <dgm:constr type="r" for="ch" forName="Child4" refType="w" fact="0.3758"/>
              <dgm:constr type="t" for="ch" forName="Child4" refType="h" fact="0.6876"/>
              <dgm:constr type="w" for="ch" forName="Child4" refType="w" fact="0.1754"/>
              <dgm:constr type="h" for="ch" forName="Child4" refType="h" fact="0.3124"/>
              <dgm:constr type="r" for="ch" forName="Accent3" refType="w" fact="0.6152"/>
              <dgm:constr type="t" for="ch" forName="Accent3" refType="h" fact="-0.0109"/>
              <dgm:constr type="w" for="ch" forName="Accent3" refType="w" fact="0.2657"/>
              <dgm:constr type="h" for="ch" forName="Accent3" refType="h" fact="0.806"/>
              <dgm:constr type="r" for="ch" forName="ParentBackground3" refType="w" fact="0.57"/>
              <dgm:constr type="t" for="ch" forName="ParentBackground3" refType="h" fact="0.1262"/>
              <dgm:constr type="w" for="ch" forName="ParentBackground3" refType="w" fact="0.1754"/>
              <dgm:constr type="h" for="ch" forName="ParentBackground3" refType="h" fact="0.5319"/>
              <dgm:constr type="r" for="ch" forName="Child3" refType="w" fact="0.57"/>
              <dgm:constr type="t" for="ch" forName="Child3" refType="h" fact="0.6876"/>
              <dgm:constr type="w" for="ch" forName="Child3" refType="w" fact="0.1754"/>
              <dgm:constr type="h" for="ch" forName="Child3" refType="h" fact="0.3124"/>
              <dgm:constr type="r" for="ch" forName="Accent2" refType="w" fact="0.8094"/>
              <dgm:constr type="t" for="ch" forName="Accent2" refType="h" fact="-0.0109"/>
              <dgm:constr type="w" for="ch" forName="Accent2" refType="w" fact="0.2657"/>
              <dgm:constr type="h" for="ch" forName="Accent2" refType="h" fact="0.806"/>
              <dgm:constr type="r" for="ch" forName="ParentBackground2" refType="w" fact="0.7642"/>
              <dgm:constr type="t" for="ch" forName="ParentBackground2" refType="h" fact="0.1262"/>
              <dgm:constr type="w" for="ch" forName="ParentBackground2" refType="w" fact="0.1754"/>
              <dgm:constr type="h" for="ch" forName="ParentBackground2" refType="h" fact="0.5319"/>
              <dgm:constr type="r" for="ch" forName="Child2" refType="w" fact="0.7642"/>
              <dgm:constr type="t" for="ch" forName="Child2" refType="h" fact="0.6876"/>
              <dgm:constr type="w" for="ch" forName="Child2" refType="w" fact="0.1754"/>
              <dgm:constr type="h" for="ch" forName="Child2" refType="h" fact="0.3124"/>
              <dgm:constr type="r" for="ch" forName="Accent1" refType="w" fact="1.0036"/>
              <dgm:constr type="t" for="ch" forName="Accent1" refType="h" fact="-0.0109"/>
              <dgm:constr type="w" for="ch" forName="Accent1" refType="w" fact="0.2657"/>
              <dgm:constr type="h" for="ch" forName="Accent1" refType="h" fact="0.806"/>
              <dgm:constr type="r" for="ch" forName="ParentBackground1" refType="w" fact="0.9584"/>
              <dgm:constr type="t" for="ch" forName="ParentBackground1" refType="h" fact="0.1262"/>
              <dgm:constr type="w" for="ch" forName="ParentBackground1" refType="w" fact="0.1754"/>
              <dgm:constr type="h" for="ch" forName="ParentBackground1" refType="h" fact="0.5319"/>
              <dgm:constr type="r" for="ch" forName="Child1" refType="w" fact="0.9584"/>
              <dgm:constr type="t" for="ch" forName="Child1" refType="h" fact="0.6876"/>
              <dgm:constr type="w" for="ch" forName="Child1" refType="w" fact="0.1754"/>
              <dgm:constr type="h" for="ch" forName="Child1" refType="h" fact="0.3124"/>
            </dgm:constrLst>
          </dgm:if>
          <dgm:if name="Name22"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r" for="ch" forName="Parent6" refType="w" fact="0.1311"/>
              <dgm:constr type="t" for="ch" forName="Parent6" refType="h" fact="0.2022"/>
              <dgm:constr type="w" for="ch" forName="Parent6" refType="w" fact="0.1049"/>
              <dgm:constr type="h" for="ch" forName="Parent6" refType="h" fact="0.3799"/>
              <dgm:constr type="r" for="ch" forName="Parent5" refType="w" fact="0.2937"/>
              <dgm:constr type="t" for="ch" forName="Parent5" refType="h" fact="0.2022"/>
              <dgm:constr type="w" for="ch" forName="Parent5" refType="w" fact="0.1049"/>
              <dgm:constr type="h" for="ch" forName="Parent5" refType="h" fact="0.3799"/>
              <dgm:constr type="r" for="ch" forName="Parent4" refType="w" fact="0.4563"/>
              <dgm:constr type="t" for="ch" forName="Parent4" refType="h" fact="0.2022"/>
              <dgm:constr type="w" for="ch" forName="Parent4" refType="w" fact="0.1049"/>
              <dgm:constr type="h" for="ch" forName="Parent4" refType="h" fact="0.3799"/>
              <dgm:constr type="r" for="ch" forName="Parent3" refType="w" fact="0.619"/>
              <dgm:constr type="t" for="ch" forName="Parent3" refType="h" fact="0.2022"/>
              <dgm:constr type="w" for="ch" forName="Parent3" refType="w" fact="0.1049"/>
              <dgm:constr type="h" for="ch" forName="Parent3" refType="h" fact="0.3799"/>
              <dgm:constr type="r" for="ch" forName="Parent2" refType="w" fact="0.7816"/>
              <dgm:constr type="t" for="ch" forName="Parent2" refType="h" fact="0.2022"/>
              <dgm:constr type="w" for="ch" forName="Parent2" refType="w" fact="0.1049"/>
              <dgm:constr type="h" for="ch" forName="Parent2" refType="h" fact="0.3799"/>
              <dgm:constr type="r" for="ch" forName="Parent1" refType="w" fact="0.9442"/>
              <dgm:constr type="t" for="ch" forName="Parent1" refType="h" fact="0.2022"/>
              <dgm:constr type="w" for="ch" forName="Parent1" refType="w" fact="0.1049"/>
              <dgm:constr type="h" for="ch" forName="Parent1" refType="h" fact="0.3799"/>
              <dgm:constr type="r" for="ch" forName="Accent6" refType="w" fact="0.1574"/>
              <dgm:constr type="t" for="ch" forName="Accent6" refType="h" fact="0.1072"/>
              <dgm:constr type="w" for="ch" forName="Accent6" refType="w" fact="0.1574"/>
              <dgm:constr type="h" for="ch" forName="Accent6" refType="h" fact="0.5699"/>
              <dgm:constr type="r" for="ch" forName="ParentBackground6" refType="w" fact="0.1521"/>
              <dgm:constr type="t" for="ch" forName="ParentBackground6" refType="h" fact="0.1262"/>
              <dgm:constr type="w" for="ch" forName="ParentBackground6" refType="w" fact="0.1469"/>
              <dgm:constr type="h" for="ch" forName="ParentBackground6" refType="h" fact="0.5319"/>
              <dgm:constr type="r" for="ch" forName="Child6" refType="w" fact="0.1521"/>
              <dgm:constr type="t" for="ch" forName="Child6" refType="h" fact="0.6876"/>
              <dgm:constr type="w" for="ch" forName="Child6" refType="w" fact="0.1469"/>
              <dgm:constr type="h" for="ch" forName="Child6" refType="h" fact="0.3124"/>
              <dgm:constr type="r" for="ch" forName="Accent5" refType="w" fact="0.3526"/>
              <dgm:constr type="t" for="ch" forName="Accent5" refType="h" fact="-0.0109"/>
              <dgm:constr type="w" for="ch" forName="Accent5" refType="w" fact="0.2226"/>
              <dgm:constr type="h" for="ch" forName="Accent5" refType="h" fact="0.806"/>
              <dgm:constr type="r" for="ch" forName="ParentBackground5" refType="w" fact="0.3147"/>
              <dgm:constr type="t" for="ch" forName="ParentBackground5" refType="h" fact="0.1262"/>
              <dgm:constr type="w" for="ch" forName="ParentBackground5" refType="w" fact="0.1469"/>
              <dgm:constr type="h" for="ch" forName="ParentBackground5" refType="h" fact="0.5319"/>
              <dgm:constr type="r" for="ch" forName="Child5" refType="w" fact="0.3147"/>
              <dgm:constr type="t" for="ch" forName="Child5" refType="h" fact="0.6876"/>
              <dgm:constr type="w" for="ch" forName="Child5" refType="w" fact="0.1469"/>
              <dgm:constr type="h" for="ch" forName="Child5" refType="h" fact="0.3124"/>
              <dgm:constr type="r" for="ch" forName="Accent4" refType="w" fact="0.5152"/>
              <dgm:constr type="t" for="ch" forName="Accent4" refType="h" fact="-0.0109"/>
              <dgm:constr type="w" for="ch" forName="Accent4" refType="w" fact="0.2226"/>
              <dgm:constr type="h" for="ch" forName="Accent4" refType="h" fact="0.806"/>
              <dgm:constr type="r" for="ch" forName="ParentBackground4" refType="w" fact="0.4773"/>
              <dgm:constr type="t" for="ch" forName="ParentBackground4" refType="h" fact="0.1262"/>
              <dgm:constr type="w" for="ch" forName="ParentBackground4" refType="w" fact="0.1469"/>
              <dgm:constr type="h" for="ch" forName="ParentBackground4" refType="h" fact="0.5319"/>
              <dgm:constr type="r" for="ch" forName="Child4" refType="w" fact="0.4773"/>
              <dgm:constr type="t" for="ch" forName="Child4" refType="h" fact="0.6876"/>
              <dgm:constr type="w" for="ch" forName="Child4" refType="w" fact="0.1469"/>
              <dgm:constr type="h" for="ch" forName="Child4" refType="h" fact="0.3124"/>
              <dgm:constr type="r" for="ch" forName="Accent3" refType="w" fact="0.6778"/>
              <dgm:constr type="t" for="ch" forName="Accent3" refType="h" fact="-0.0109"/>
              <dgm:constr type="w" for="ch" forName="Accent3" refType="w" fact="0.2226"/>
              <dgm:constr type="h" for="ch" forName="Accent3" refType="h" fact="0.806"/>
              <dgm:constr type="r" for="ch" forName="ParentBackground3" refType="w" fact="0.6399"/>
              <dgm:constr type="t" for="ch" forName="ParentBackground3" refType="h" fact="0.1262"/>
              <dgm:constr type="w" for="ch" forName="ParentBackground3" refType="w" fact="0.1469"/>
              <dgm:constr type="h" for="ch" forName="ParentBackground3" refType="h" fact="0.5319"/>
              <dgm:constr type="r" for="ch" forName="Child3" refType="w" fact="0.6399"/>
              <dgm:constr type="t" for="ch" forName="Child3" refType="h" fact="0.6876"/>
              <dgm:constr type="w" for="ch" forName="Child3" refType="w" fact="0.1469"/>
              <dgm:constr type="h" for="ch" forName="Child3" refType="h" fact="0.3124"/>
              <dgm:constr type="r" for="ch" forName="Accent2" refType="w" fact="0.8404"/>
              <dgm:constr type="t" for="ch" forName="Accent2" refType="h" fact="-0.0109"/>
              <dgm:constr type="w" for="ch" forName="Accent2" refType="w" fact="0.2226"/>
              <dgm:constr type="h" for="ch" forName="Accent2" refType="h" fact="0.806"/>
              <dgm:constr type="r" for="ch" forName="ParentBackground2" refType="w" fact="0.8025"/>
              <dgm:constr type="t" for="ch" forName="ParentBackground2" refType="h" fact="0.1262"/>
              <dgm:constr type="w" for="ch" forName="ParentBackground2" refType="w" fact="0.1469"/>
              <dgm:constr type="h" for="ch" forName="ParentBackground2" refType="h" fact="0.5319"/>
              <dgm:constr type="r" for="ch" forName="Child2" refType="w" fact="0.8025"/>
              <dgm:constr type="t" for="ch" forName="Child2" refType="h" fact="0.6876"/>
              <dgm:constr type="w" for="ch" forName="Child2" refType="w" fact="0.1469"/>
              <dgm:constr type="h" for="ch" forName="Child2" refType="h" fact="0.3124"/>
              <dgm:constr type="r" for="ch" forName="Accent1" refType="w" fact="1.003"/>
              <dgm:constr type="t" for="ch" forName="Accent1" refType="h" fact="-0.0109"/>
              <dgm:constr type="w" for="ch" forName="Accent1" refType="w" fact="0.2226"/>
              <dgm:constr type="h" for="ch" forName="Accent1" refType="h" fact="0.806"/>
              <dgm:constr type="r" for="ch" forName="ParentBackground1" refType="w" fact="0.9652"/>
              <dgm:constr type="t" for="ch" forName="ParentBackground1" refType="h" fact="0.1262"/>
              <dgm:constr type="w" for="ch" forName="ParentBackground1" refType="w" fact="0.1469"/>
              <dgm:constr type="h" for="ch" forName="ParentBackground1" refType="h" fact="0.5319"/>
              <dgm:constr type="r" for="ch" forName="Child1" refType="w" fact="0.9652"/>
              <dgm:constr type="t" for="ch" forName="Child1" refType="h" fact="0.6876"/>
              <dgm:constr type="w" for="ch" forName="Child1" refType="w" fact="0.1469"/>
              <dgm:constr type="h" for="ch" forName="Child1" refType="h" fact="0.3124"/>
            </dgm:constrLst>
          </dgm:if>
          <dgm:if name="Name23"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r" for="ch" forName="Parent7" refType="w" fact="0.1128"/>
              <dgm:constr type="t" for="ch" forName="Parent7" refType="h" fact="0.2022"/>
              <dgm:constr type="w" for="ch" forName="Parent7" refType="w" fact="0.0902"/>
              <dgm:constr type="h" for="ch" forName="Parent7" refType="h" fact="0.3799"/>
              <dgm:constr type="r" for="ch" forName="Parent6" refType="w" fact="0.2527"/>
              <dgm:constr type="t" for="ch" forName="Parent6" refType="h" fact="0.2022"/>
              <dgm:constr type="w" for="ch" forName="Parent6" refType="w" fact="0.0902"/>
              <dgm:constr type="h" for="ch" forName="Parent6" refType="h" fact="0.3799"/>
              <dgm:constr type="r" for="ch" forName="Parent5" refType="w" fact="0.3925"/>
              <dgm:constr type="t" for="ch" forName="Parent5" refType="h" fact="0.2022"/>
              <dgm:constr type="w" for="ch" forName="Parent5" refType="w" fact="0.0902"/>
              <dgm:constr type="h" for="ch" forName="Parent5" refType="h" fact="0.3799"/>
              <dgm:constr type="r" for="ch" forName="Parent4" refType="w" fact="0.5324"/>
              <dgm:constr type="t" for="ch" forName="Parent4" refType="h" fact="0.2022"/>
              <dgm:constr type="w" for="ch" forName="Parent4" refType="w" fact="0.0902"/>
              <dgm:constr type="h" for="ch" forName="Parent4" refType="h" fact="0.3799"/>
              <dgm:constr type="r" for="ch" forName="Parent3" refType="w" fact="0.6723"/>
              <dgm:constr type="t" for="ch" forName="Parent3" refType="h" fact="0.2022"/>
              <dgm:constr type="w" for="ch" forName="Parent3" refType="w" fact="0.0902"/>
              <dgm:constr type="h" for="ch" forName="Parent3" refType="h" fact="0.3799"/>
              <dgm:constr type="r" for="ch" forName="Parent2" refType="w" fact="0.8121"/>
              <dgm:constr type="t" for="ch" forName="Parent2" refType="h" fact="0.2022"/>
              <dgm:constr type="w" for="ch" forName="Parent2" refType="w" fact="0.0902"/>
              <dgm:constr type="h" for="ch" forName="Parent2" refType="h" fact="0.3799"/>
              <dgm:constr type="r" for="ch" forName="Parent1" refType="w" fact="0.952"/>
              <dgm:constr type="t" for="ch" forName="Parent1" refType="h" fact="0.2022"/>
              <dgm:constr type="w" for="ch" forName="Parent1" refType="w" fact="0.0902"/>
              <dgm:constr type="h" for="ch" forName="Parent1" refType="h" fact="0.3799"/>
              <dgm:constr type="r" for="ch" forName="Accent7" refType="w" fact="0.1354"/>
              <dgm:constr type="t" for="ch" forName="Accent7" refType="h" fact="0.1072"/>
              <dgm:constr type="w" for="ch" forName="Accent7" refType="w" fact="0.1354"/>
              <dgm:constr type="h" for="ch" forName="Accent7" refType="h" fact="0.5699"/>
              <dgm:constr type="r" for="ch" forName="ParentBackground7" refType="w" fact="0.1308"/>
              <dgm:constr type="t" for="ch" forName="ParentBackground7" refType="h" fact="0.1262"/>
              <dgm:constr type="w" for="ch" forName="ParentBackground7" refType="w" fact="0.1263"/>
              <dgm:constr type="h" for="ch" forName="ParentBackground7" refType="h" fact="0.5319"/>
              <dgm:constr type="r" for="ch" forName="Child7" refType="w" fact="0.1308"/>
              <dgm:constr type="t" for="ch" forName="Child7" refType="h" fact="0.6876"/>
              <dgm:constr type="w" for="ch" forName="Child7" refType="w" fact="0.1263"/>
              <dgm:constr type="h" for="ch" forName="Child7" refType="h" fact="0.3124"/>
              <dgm:constr type="r" for="ch" forName="Accent6" refType="w" fact="0.3033"/>
              <dgm:constr type="t" for="ch" forName="Accent6" refType="h" fact="-0.0109"/>
              <dgm:constr type="w" for="ch" forName="Accent6" refType="w" fact="0.1915"/>
              <dgm:constr type="h" for="ch" forName="Accent6" refType="h" fact="0.806"/>
              <dgm:constr type="r" for="ch" forName="ParentBackground6" refType="w" fact="0.2707"/>
              <dgm:constr type="t" for="ch" forName="ParentBackground6" refType="h" fact="0.1262"/>
              <dgm:constr type="w" for="ch" forName="ParentBackground6" refType="w" fact="0.1263"/>
              <dgm:constr type="h" for="ch" forName="ParentBackground6" refType="h" fact="0.5319"/>
              <dgm:constr type="r" for="ch" forName="Child6" refType="w" fact="0.2707"/>
              <dgm:constr type="t" for="ch" forName="Child6" refType="h" fact="0.6876"/>
              <dgm:constr type="w" for="ch" forName="Child6" refType="w" fact="0.1263"/>
              <dgm:constr type="h" for="ch" forName="Child6" refType="h" fact="0.3124"/>
              <dgm:constr type="r" for="ch" forName="Accent5" refType="w" fact="0.4431"/>
              <dgm:constr type="t" for="ch" forName="Accent5" refType="h" fact="-0.0109"/>
              <dgm:constr type="w" for="ch" forName="Accent5" refType="w" fact="0.1915"/>
              <dgm:constr type="h" for="ch" forName="Accent5" refType="h" fact="0.806"/>
              <dgm:constr type="r" for="ch" forName="ParentBackground5" refType="w" fact="0.4106"/>
              <dgm:constr type="t" for="ch" forName="ParentBackground5" refType="h" fact="0.1262"/>
              <dgm:constr type="w" for="ch" forName="ParentBackground5" refType="w" fact="0.1263"/>
              <dgm:constr type="h" for="ch" forName="ParentBackground5" refType="h" fact="0.5319"/>
              <dgm:constr type="r" for="ch" forName="Child5" refType="w" fact="0.4106"/>
              <dgm:constr type="t" for="ch" forName="Child5" refType="h" fact="0.6876"/>
              <dgm:constr type="w" for="ch" forName="Child5" refType="w" fact="0.1263"/>
              <dgm:constr type="h" for="ch" forName="Child5" refType="h" fact="0.3124"/>
              <dgm:constr type="r" for="ch" forName="Accent4" refType="w" fact="0.583"/>
              <dgm:constr type="t" for="ch" forName="Accent4" refType="h" fact="-0.0109"/>
              <dgm:constr type="w" for="ch" forName="Accent4" refType="w" fact="0.1915"/>
              <dgm:constr type="h" for="ch" forName="Accent4" refType="h" fact="0.806"/>
              <dgm:constr type="r" for="ch" forName="ParentBackground4" refType="w" fact="0.5504"/>
              <dgm:constr type="t" for="ch" forName="ParentBackground4" refType="h" fact="0.1262"/>
              <dgm:constr type="w" for="ch" forName="ParentBackground4" refType="w" fact="0.1263"/>
              <dgm:constr type="h" for="ch" forName="ParentBackground4" refType="h" fact="0.5319"/>
              <dgm:constr type="r" for="ch" forName="Child4" refType="w" fact="0.5504"/>
              <dgm:constr type="t" for="ch" forName="Child4" refType="h" fact="0.6876"/>
              <dgm:constr type="w" for="ch" forName="Child4" refType="w" fact="0.1263"/>
              <dgm:constr type="h" for="ch" forName="Child4" refType="h" fact="0.3124"/>
              <dgm:constr type="r" for="ch" forName="Accent3" refType="w" fact="0.7229"/>
              <dgm:constr type="t" for="ch" forName="Accent3" refType="h" fact="-0.0109"/>
              <dgm:constr type="w" for="ch" forName="Accent3" refType="w" fact="0.1915"/>
              <dgm:constr type="h" for="ch" forName="Accent3" refType="h" fact="0.806"/>
              <dgm:constr type="r" for="ch" forName="ParentBackground3" refType="w" fact="0.6903"/>
              <dgm:constr type="t" for="ch" forName="ParentBackground3" refType="h" fact="0.1262"/>
              <dgm:constr type="w" for="ch" forName="ParentBackground3" refType="w" fact="0.1263"/>
              <dgm:constr type="h" for="ch" forName="ParentBackground3" refType="h" fact="0.5319"/>
              <dgm:constr type="r" for="ch" forName="Child3" refType="w" fact="0.6903"/>
              <dgm:constr type="t" for="ch" forName="Child3" refType="h" fact="0.6876"/>
              <dgm:constr type="w" for="ch" forName="Child3" refType="w" fact="0.1263"/>
              <dgm:constr type="h" for="ch" forName="Child3" refType="h" fact="0.3124"/>
              <dgm:constr type="r" for="ch" forName="Accent2" refType="w" fact="0.8627"/>
              <dgm:constr type="t" for="ch" forName="Accent2" refType="h" fact="-0.0109"/>
              <dgm:constr type="w" for="ch" forName="Accent2" refType="w" fact="0.1915"/>
              <dgm:constr type="h" for="ch" forName="Accent2" refType="h" fact="0.806"/>
              <dgm:constr type="r" for="ch" forName="ParentBackground2" refType="w" fact="0.8302"/>
              <dgm:constr type="t" for="ch" forName="ParentBackground2" refType="h" fact="0.1262"/>
              <dgm:constr type="w" for="ch" forName="ParentBackground2" refType="w" fact="0.1263"/>
              <dgm:constr type="h" for="ch" forName="ParentBackground2" refType="h" fact="0.5319"/>
              <dgm:constr type="r" for="ch" forName="Child2" refType="w" fact="0.8302"/>
              <dgm:constr type="t" for="ch" forName="Child2" refType="h" fact="0.6876"/>
              <dgm:constr type="w" for="ch" forName="Child2" refType="w" fact="0.1263"/>
              <dgm:constr type="h" for="ch" forName="Child2" refType="h" fact="0.3124"/>
              <dgm:constr type="r" for="ch" forName="Accent1" refType="w" fact="1.0026"/>
              <dgm:constr type="t" for="ch" forName="Accent1" refType="h" fact="-0.0109"/>
              <dgm:constr type="w" for="ch" forName="Accent1" refType="w" fact="0.1915"/>
              <dgm:constr type="h" for="ch" forName="Accent1" refType="h" fact="0.806"/>
              <dgm:constr type="r" for="ch" forName="ParentBackground1" refType="w" fact="0.97"/>
              <dgm:constr type="t" for="ch" forName="ParentBackground1" refType="h" fact="0.1262"/>
              <dgm:constr type="w" for="ch" forName="ParentBackground1" refType="w" fact="0.1263"/>
              <dgm:constr type="h" for="ch" forName="ParentBackground1" refType="h" fact="0.5319"/>
              <dgm:constr type="r" for="ch" forName="Child1" refType="w" fact="0.97"/>
              <dgm:constr type="t" for="ch" forName="Child1" refType="h" fact="0.6876"/>
              <dgm:constr type="w" for="ch" forName="Child1" refType="w" fact="0.1263"/>
              <dgm:constr type="h" for="ch" forName="Child1" refType="h" fact="0.3124"/>
            </dgm:constrLst>
          </dgm:if>
          <dgm:if name="Name24"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r" for="ch" forName="Parent8" refType="w" fact="0.099"/>
              <dgm:constr type="t" for="ch" forName="Parent8" refType="h" fact="0.2022"/>
              <dgm:constr type="w" for="ch" forName="Parent8" refType="w" fact="0.0792"/>
              <dgm:constr type="h" for="ch" forName="Parent8" refType="h" fact="0.3799"/>
              <dgm:constr type="r" for="ch" forName="Parent7" refType="w" fact="0.2217"/>
              <dgm:constr type="t" for="ch" forName="Parent7" refType="h" fact="0.2022"/>
              <dgm:constr type="w" for="ch" forName="Parent7" refType="w" fact="0.0792"/>
              <dgm:constr type="h" for="ch" forName="Parent7" refType="h" fact="0.3799"/>
              <dgm:constr type="r" for="ch" forName="Parent6" refType="w" fact="0.3444"/>
              <dgm:constr type="t" for="ch" forName="Parent6" refType="h" fact="0.2022"/>
              <dgm:constr type="w" for="ch" forName="Parent6" refType="w" fact="0.0792"/>
              <dgm:constr type="h" for="ch" forName="Parent6" refType="h" fact="0.3799"/>
              <dgm:constr type="r" for="ch" forName="Parent5" refType="w" fact="0.4671"/>
              <dgm:constr type="t" for="ch" forName="Parent5" refType="h" fact="0.2022"/>
              <dgm:constr type="w" for="ch" forName="Parent5" refType="w" fact="0.0792"/>
              <dgm:constr type="h" for="ch" forName="Parent5" refType="h" fact="0.3799"/>
              <dgm:constr type="r" for="ch" forName="Parent4" refType="w" fact="0.5898"/>
              <dgm:constr type="t" for="ch" forName="Parent4" refType="h" fact="0.2022"/>
              <dgm:constr type="w" for="ch" forName="Parent4" refType="w" fact="0.0792"/>
              <dgm:constr type="h" for="ch" forName="Parent4" refType="h" fact="0.3799"/>
              <dgm:constr type="r" for="ch" forName="Parent3" refType="w" fact="0.7125"/>
              <dgm:constr type="t" for="ch" forName="Parent3" refType="h" fact="0.2022"/>
              <dgm:constr type="w" for="ch" forName="Parent3" refType="w" fact="0.0792"/>
              <dgm:constr type="h" for="ch" forName="Parent3" refType="h" fact="0.3799"/>
              <dgm:constr type="r" for="ch" forName="Parent2" refType="w" fact="0.8352"/>
              <dgm:constr type="t" for="ch" forName="Parent2" refType="h" fact="0.2022"/>
              <dgm:constr type="w" for="ch" forName="Parent2" refType="w" fact="0.0792"/>
              <dgm:constr type="h" for="ch" forName="Parent2" refType="h" fact="0.3799"/>
              <dgm:constr type="r" for="ch" forName="Parent1" refType="w" fact="0.9579"/>
              <dgm:constr type="t" for="ch" forName="Parent1" refType="h" fact="0.2022"/>
              <dgm:constr type="w" for="ch" forName="Parent1" refType="w" fact="0.0792"/>
              <dgm:constr type="h" for="ch" forName="Parent1" refType="h" fact="0.3799"/>
              <dgm:constr type="r" for="ch" forName="Accent8" refType="w" fact="0.1187"/>
              <dgm:constr type="t" for="ch" forName="Accent8" refType="h" fact="0.1072"/>
              <dgm:constr type="w" for="ch" forName="Accent8" refType="w" fact="0.1187"/>
              <dgm:constr type="h" for="ch" forName="Accent8" refType="h" fact="0.5699"/>
              <dgm:constr type="r" for="ch" forName="ParentBackground8" refType="w" fact="0.1148"/>
              <dgm:constr type="t" for="ch" forName="ParentBackground8" refType="h" fact="0.1262"/>
              <dgm:constr type="w" for="ch" forName="ParentBackground8" refType="w" fact="0.1108"/>
              <dgm:constr type="h" for="ch" forName="ParentBackground8" refType="h" fact="0.5319"/>
              <dgm:constr type="r" for="ch" forName="Child8" refType="w" fact="0.1148"/>
              <dgm:constr type="t" for="ch" forName="Child8" refType="h" fact="0.6876"/>
              <dgm:constr type="w" for="ch" forName="Child8" refType="w" fact="0.1108"/>
              <dgm:constr type="h" for="ch" forName="Child8" refType="h" fact="0.3124"/>
              <dgm:constr type="r" for="ch" forName="Accent7" refType="w" fact="0.2661"/>
              <dgm:constr type="t" for="ch" forName="Accent7" refType="h" fact="-0.0109"/>
              <dgm:constr type="w" for="ch" forName="Accent7" refType="w" fact="0.1679"/>
              <dgm:constr type="h" for="ch" forName="Accent7" refType="h" fact="0.806"/>
              <dgm:constr type="r" for="ch" forName="ParentBackground7" refType="w" fact="0.2375"/>
              <dgm:constr type="t" for="ch" forName="ParentBackground7" refType="h" fact="0.1262"/>
              <dgm:constr type="w" for="ch" forName="ParentBackground7" refType="w" fact="0.1108"/>
              <dgm:constr type="h" for="ch" forName="ParentBackground7" refType="h" fact="0.5319"/>
              <dgm:constr type="r" for="ch" forName="Child7" refType="w" fact="0.2375"/>
              <dgm:constr type="t" for="ch" forName="Child7" refType="h" fact="0.6876"/>
              <dgm:constr type="w" for="ch" forName="Child7" refType="w" fact="0.1108"/>
              <dgm:constr type="h" for="ch" forName="Child7" refType="h" fact="0.3124"/>
              <dgm:constr type="r" for="ch" forName="Accent6" refType="w" fact="0.3888"/>
              <dgm:constr type="t" for="ch" forName="Accent6" refType="h" fact="-0.0109"/>
              <dgm:constr type="w" for="ch" forName="Accent6" refType="w" fact="0.1679"/>
              <dgm:constr type="h" for="ch" forName="Accent6" refType="h" fact="0.806"/>
              <dgm:constr type="r" for="ch" forName="ParentBackground6" refType="w" fact="0.3602"/>
              <dgm:constr type="t" for="ch" forName="ParentBackground6" refType="h" fact="0.1262"/>
              <dgm:constr type="w" for="ch" forName="ParentBackground6" refType="w" fact="0.1108"/>
              <dgm:constr type="h" for="ch" forName="ParentBackground6" refType="h" fact="0.5319"/>
              <dgm:constr type="r" for="ch" forName="Child6" refType="w" fact="0.3602"/>
              <dgm:constr type="t" for="ch" forName="Child6" refType="h" fact="0.6876"/>
              <dgm:constr type="w" for="ch" forName="Child6" refType="w" fact="0.1108"/>
              <dgm:constr type="h" for="ch" forName="Child6" refType="h" fact="0.3124"/>
              <dgm:constr type="r" for="ch" forName="Accent5" refType="w" fact="0.5115"/>
              <dgm:constr type="t" for="ch" forName="Accent5" refType="h" fact="-0.0109"/>
              <dgm:constr type="w" for="ch" forName="Accent5" refType="w" fact="0.1679"/>
              <dgm:constr type="h" for="ch" forName="Accent5" refType="h" fact="0.806"/>
              <dgm:constr type="r" for="ch" forName="ParentBackground5" refType="w" fact="0.4829"/>
              <dgm:constr type="t" for="ch" forName="ParentBackground5" refType="h" fact="0.1262"/>
              <dgm:constr type="w" for="ch" forName="ParentBackground5" refType="w" fact="0.1108"/>
              <dgm:constr type="h" for="ch" forName="ParentBackground5" refType="h" fact="0.5319"/>
              <dgm:constr type="r" for="ch" forName="Child5" refType="w" fact="0.4829"/>
              <dgm:constr type="t" for="ch" forName="Child5" refType="h" fact="0.6876"/>
              <dgm:constr type="w" for="ch" forName="Child5" refType="w" fact="0.1108"/>
              <dgm:constr type="h" for="ch" forName="Child5" refType="h" fact="0.3124"/>
              <dgm:constr type="r" for="ch" forName="Accent4" refType="w" fact="0.6342"/>
              <dgm:constr type="t" for="ch" forName="Accent4" refType="h" fact="-0.0109"/>
              <dgm:constr type="w" for="ch" forName="Accent4" refType="w" fact="0.1679"/>
              <dgm:constr type="h" for="ch" forName="Accent4" refType="h" fact="0.806"/>
              <dgm:constr type="r" for="ch" forName="ParentBackground4" refType="w" fact="0.6056"/>
              <dgm:constr type="t" for="ch" forName="ParentBackground4" refType="h" fact="0.1262"/>
              <dgm:constr type="w" for="ch" forName="ParentBackground4" refType="w" fact="0.1108"/>
              <dgm:constr type="h" for="ch" forName="ParentBackground4" refType="h" fact="0.5319"/>
              <dgm:constr type="r" for="ch" forName="Child4" refType="w" fact="0.6056"/>
              <dgm:constr type="t" for="ch" forName="Child4" refType="h" fact="0.6876"/>
              <dgm:constr type="w" for="ch" forName="Child4" refType="w" fact="0.1108"/>
              <dgm:constr type="h" for="ch" forName="Child4" refType="h" fact="0.3124"/>
              <dgm:constr type="r" for="ch" forName="Accent3" refType="w" fact="0.7569"/>
              <dgm:constr type="t" for="ch" forName="Accent3" refType="h" fact="-0.0109"/>
              <dgm:constr type="w" for="ch" forName="Accent3" refType="w" fact="0.1679"/>
              <dgm:constr type="h" for="ch" forName="Accent3" refType="h" fact="0.806"/>
              <dgm:constr type="r" for="ch" forName="ParentBackground3" refType="w" fact="0.7283"/>
              <dgm:constr type="t" for="ch" forName="ParentBackground3" refType="h" fact="0.1262"/>
              <dgm:constr type="w" for="ch" forName="ParentBackground3" refType="w" fact="0.1108"/>
              <dgm:constr type="h" for="ch" forName="ParentBackground3" refType="h" fact="0.5319"/>
              <dgm:constr type="r" for="ch" forName="Child3" refType="w" fact="0.7283"/>
              <dgm:constr type="t" for="ch" forName="Child3" refType="h" fact="0.6876"/>
              <dgm:constr type="w" for="ch" forName="Child3" refType="w" fact="0.1108"/>
              <dgm:constr type="h" for="ch" forName="Child3" refType="h" fact="0.3124"/>
              <dgm:constr type="r" for="ch" forName="Accent2" refType="w" fact="0.8796"/>
              <dgm:constr type="t" for="ch" forName="Accent2" refType="h" fact="-0.0109"/>
              <dgm:constr type="w" for="ch" forName="Accent2" refType="w" fact="0.1679"/>
              <dgm:constr type="h" for="ch" forName="Accent2" refType="h" fact="0.806"/>
              <dgm:constr type="r" for="ch" forName="ParentBackground2" refType="w" fact="0.851"/>
              <dgm:constr type="t" for="ch" forName="ParentBackground2" refType="h" fact="0.1262"/>
              <dgm:constr type="w" for="ch" forName="ParentBackground2" refType="w" fact="0.1108"/>
              <dgm:constr type="h" for="ch" forName="ParentBackground2" refType="h" fact="0.5319"/>
              <dgm:constr type="r" for="ch" forName="Child2" refType="w" fact="0.851"/>
              <dgm:constr type="t" for="ch" forName="Child2" refType="h" fact="0.6876"/>
              <dgm:constr type="w" for="ch" forName="Child2" refType="w" fact="0.1108"/>
              <dgm:constr type="h" for="ch" forName="Child2" refType="h" fact="0.3124"/>
              <dgm:constr type="r" for="ch" forName="Accent1" refType="w" fact="1.0023"/>
              <dgm:constr type="t" for="ch" forName="Accent1" refType="h" fact="-0.0109"/>
              <dgm:constr type="w" for="ch" forName="Accent1" refType="w" fact="0.1679"/>
              <dgm:constr type="h" for="ch" forName="Accent1" refType="h" fact="0.806"/>
              <dgm:constr type="r" for="ch" forName="ParentBackground1" refType="w" fact="0.9737"/>
              <dgm:constr type="t" for="ch" forName="ParentBackground1" refType="h" fact="0.1262"/>
              <dgm:constr type="w" for="ch" forName="ParentBackground1" refType="w" fact="0.1108"/>
              <dgm:constr type="h" for="ch" forName="ParentBackground1" refType="h" fact="0.5319"/>
              <dgm:constr type="r" for="ch" forName="Child1" refType="w" fact="0.9737"/>
              <dgm:constr type="t" for="ch" forName="Child1" refType="h" fact="0.6876"/>
              <dgm:constr type="w" for="ch" forName="Child1" refType="w" fact="0.1108"/>
              <dgm:constr type="h" for="ch" forName="Child1" refType="h" fact="0.3124"/>
            </dgm:constrLst>
          </dgm:if>
          <dgm:if name="Name25"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r" for="ch" forName="Parent9" refType="w" fact="0.0881"/>
              <dgm:constr type="t" for="ch" forName="Parent9" refType="h" fact="0.2022"/>
              <dgm:constr type="w" for="ch" forName="Parent9" refType="w" fact="0.0705"/>
              <dgm:constr type="h" for="ch" forName="Parent9" refType="h" fact="0.3799"/>
              <dgm:constr type="r" for="ch" forName="Parent8" refType="w" fact="0.1974"/>
              <dgm:constr type="t" for="ch" forName="Parent8" refType="h" fact="0.2022"/>
              <dgm:constr type="w" for="ch" forName="Parent8" refType="w" fact="0.0705"/>
              <dgm:constr type="h" for="ch" forName="Parent8" refType="h" fact="0.3799"/>
              <dgm:constr type="r" for="ch" forName="Parent7" refType="w" fact="0.3067"/>
              <dgm:constr type="t" for="ch" forName="Parent7" refType="h" fact="0.2022"/>
              <dgm:constr type="w" for="ch" forName="Parent7" refType="w" fact="0.0705"/>
              <dgm:constr type="h" for="ch" forName="Parent7" refType="h" fact="0.3799"/>
              <dgm:constr type="r" for="ch" forName="Parent6" refType="w" fact="0.416"/>
              <dgm:constr type="t" for="ch" forName="Parent6" refType="h" fact="0.2022"/>
              <dgm:constr type="w" for="ch" forName="Parent6" refType="w" fact="0.0705"/>
              <dgm:constr type="h" for="ch" forName="Parent6" refType="h" fact="0.3799"/>
              <dgm:constr type="r" for="ch" forName="Parent5" refType="w" fact="0.5253"/>
              <dgm:constr type="t" for="ch" forName="Parent5" refType="h" fact="0.2022"/>
              <dgm:constr type="w" for="ch" forName="Parent5" refType="w" fact="0.0705"/>
              <dgm:constr type="h" for="ch" forName="Parent5" refType="h" fact="0.3799"/>
              <dgm:constr type="r" for="ch" forName="Parent4" refType="w" fact="0.6346"/>
              <dgm:constr type="t" for="ch" forName="Parent4" refType="h" fact="0.2022"/>
              <dgm:constr type="w" for="ch" forName="Parent4" refType="w" fact="0.0705"/>
              <dgm:constr type="h" for="ch" forName="Parent4" refType="h" fact="0.3799"/>
              <dgm:constr type="r" for="ch" forName="Parent3" refType="w" fact="0.7439"/>
              <dgm:constr type="t" for="ch" forName="Parent3" refType="h" fact="0.2022"/>
              <dgm:constr type="w" for="ch" forName="Parent3" refType="w" fact="0.0705"/>
              <dgm:constr type="h" for="ch" forName="Parent3" refType="h" fact="0.3799"/>
              <dgm:constr type="r" for="ch" forName="Parent2" refType="w" fact="0.8532"/>
              <dgm:constr type="t" for="ch" forName="Parent2" refType="h" fact="0.2022"/>
              <dgm:constr type="w" for="ch" forName="Parent2" refType="w" fact="0.0705"/>
              <dgm:constr type="h" for="ch" forName="Parent2" refType="h" fact="0.3799"/>
              <dgm:constr type="r" for="ch" forName="Parent1" refType="w" fact="0.9625"/>
              <dgm:constr type="t" for="ch" forName="Parent1" refType="h" fact="0.2022"/>
              <dgm:constr type="w" for="ch" forName="Parent1" refType="w" fact="0.0705"/>
              <dgm:constr type="h" for="ch" forName="Parent1" refType="h" fact="0.3799"/>
              <dgm:constr type="r" for="ch" forName="Accent9" refType="w" fact="0.1058"/>
              <dgm:constr type="t" for="ch" forName="Accent9" refType="h" fact="0.1072"/>
              <dgm:constr type="w" for="ch" forName="Accent9" refType="w" fact="0.1058"/>
              <dgm:constr type="h" for="ch" forName="Accent9" refType="h" fact="0.5699"/>
              <dgm:constr type="r" for="ch" forName="ParentBackground9" refType="w" fact="0.1022"/>
              <dgm:constr type="t" for="ch" forName="ParentBackground9" refType="h" fact="0.1262"/>
              <dgm:constr type="w" for="ch" forName="ParentBackground9" refType="w" fact="0.0987"/>
              <dgm:constr type="h" for="ch" forName="ParentBackground9" refType="h" fact="0.5319"/>
              <dgm:constr type="r" for="ch" forName="Child9" refType="w" fact="0.1022"/>
              <dgm:constr type="t" for="ch" forName="Child9" refType="h" fact="0.6876"/>
              <dgm:constr type="w" for="ch" forName="Child9" refType="w" fact="0.0987"/>
              <dgm:constr type="h" for="ch" forName="Child9" refType="h" fact="0.3124"/>
              <dgm:constr type="r" for="ch" forName="Accent8" refType="w" fact="0.237"/>
              <dgm:constr type="t" for="ch" forName="Accent8" refType="h" fact="-0.0109"/>
              <dgm:constr type="w" for="ch" forName="Accent8" refType="w" fact="0.1496"/>
              <dgm:constr type="h" for="ch" forName="Accent8" refType="h" fact="0.806"/>
              <dgm:constr type="r" for="ch" forName="ParentBackground8" refType="w" fact="0.2115"/>
              <dgm:constr type="t" for="ch" forName="ParentBackground8" refType="h" fact="0.1262"/>
              <dgm:constr type="w" for="ch" forName="ParentBackground8" refType="w" fact="0.0987"/>
              <dgm:constr type="h" for="ch" forName="ParentBackground8" refType="h" fact="0.5319"/>
              <dgm:constr type="r" for="ch" forName="Child8" refType="w" fact="0.2115"/>
              <dgm:constr type="t" for="ch" forName="Child8" refType="h" fact="0.6876"/>
              <dgm:constr type="w" for="ch" forName="Child8" refType="w" fact="0.0987"/>
              <dgm:constr type="h" for="ch" forName="Child8" refType="h" fact="0.3124"/>
              <dgm:constr type="r" for="ch" forName="Accent7" refType="w" fact="0.3462"/>
              <dgm:constr type="t" for="ch" forName="Accent7" refType="h" fact="-0.0109"/>
              <dgm:constr type="w" for="ch" forName="Accent7" refType="w" fact="0.1496"/>
              <dgm:constr type="h" for="ch" forName="Accent7" refType="h" fact="0.806"/>
              <dgm:constr type="r" for="ch" forName="ParentBackground7" refType="w" fact="0.3208"/>
              <dgm:constr type="t" for="ch" forName="ParentBackground7" refType="h" fact="0.1262"/>
              <dgm:constr type="w" for="ch" forName="ParentBackground7" refType="w" fact="0.0987"/>
              <dgm:constr type="h" for="ch" forName="ParentBackground7" refType="h" fact="0.5319"/>
              <dgm:constr type="r" for="ch" forName="Child7" refType="w" fact="0.3208"/>
              <dgm:constr type="t" for="ch" forName="Child7" refType="h" fact="0.6876"/>
              <dgm:constr type="w" for="ch" forName="Child7" refType="w" fact="0.0987"/>
              <dgm:constr type="h" for="ch" forName="Child7" refType="h" fact="0.3124"/>
              <dgm:constr type="r" for="ch" forName="Accent6" refType="w" fact="0.4555"/>
              <dgm:constr type="t" for="ch" forName="Accent6" refType="h" fact="-0.0109"/>
              <dgm:constr type="w" for="ch" forName="Accent6" refType="w" fact="0.1496"/>
              <dgm:constr type="h" for="ch" forName="Accent6" refType="h" fact="0.806"/>
              <dgm:constr type="r" for="ch" forName="ParentBackground6" refType="w" fact="0.4301"/>
              <dgm:constr type="t" for="ch" forName="ParentBackground6" refType="h" fact="0.1262"/>
              <dgm:constr type="w" for="ch" forName="ParentBackground6" refType="w" fact="0.0987"/>
              <dgm:constr type="h" for="ch" forName="ParentBackground6" refType="h" fact="0.5319"/>
              <dgm:constr type="r" for="ch" forName="Child6" refType="w" fact="0.4301"/>
              <dgm:constr type="t" for="ch" forName="Child6" refType="h" fact="0.6876"/>
              <dgm:constr type="w" for="ch" forName="Child6" refType="w" fact="0.0987"/>
              <dgm:constr type="h" for="ch" forName="Child6" refType="h" fact="0.3124"/>
              <dgm:constr type="r" for="ch" forName="Accent5" refType="w" fact="0.5648"/>
              <dgm:constr type="t" for="ch" forName="Accent5" refType="h" fact="-0.0109"/>
              <dgm:constr type="w" for="ch" forName="Accent5" refType="w" fact="0.1496"/>
              <dgm:constr type="h" for="ch" forName="Accent5" refType="h" fact="0.806"/>
              <dgm:constr type="r" for="ch" forName="ParentBackground5" refType="w" fact="0.5394"/>
              <dgm:constr type="t" for="ch" forName="ParentBackground5" refType="h" fact="0.1262"/>
              <dgm:constr type="w" for="ch" forName="ParentBackground5" refType="w" fact="0.0987"/>
              <dgm:constr type="h" for="ch" forName="ParentBackground5" refType="h" fact="0.5319"/>
              <dgm:constr type="r" for="ch" forName="Child5" refType="w" fact="0.5394"/>
              <dgm:constr type="t" for="ch" forName="Child5" refType="h" fact="0.6876"/>
              <dgm:constr type="w" for="ch" forName="Child5" refType="w" fact="0.0987"/>
              <dgm:constr type="h" for="ch" forName="Child5" refType="h" fact="0.3124"/>
              <dgm:constr type="r" for="ch" forName="Accent4" refType="w" fact="0.6741"/>
              <dgm:constr type="t" for="ch" forName="Accent4" refType="h" fact="-0.0109"/>
              <dgm:constr type="w" for="ch" forName="Accent4" refType="w" fact="0.1496"/>
              <dgm:constr type="h" for="ch" forName="Accent4" refType="h" fact="0.806"/>
              <dgm:constr type="r" for="ch" forName="ParentBackground4" refType="w" fact="0.6487"/>
              <dgm:constr type="t" for="ch" forName="ParentBackground4" refType="h" fact="0.1262"/>
              <dgm:constr type="w" for="ch" forName="ParentBackground4" refType="w" fact="0.0987"/>
              <dgm:constr type="h" for="ch" forName="ParentBackground4" refType="h" fact="0.5319"/>
              <dgm:constr type="r" for="ch" forName="Child4" refType="w" fact="0.6487"/>
              <dgm:constr type="t" for="ch" forName="Child4" refType="h" fact="0.6876"/>
              <dgm:constr type="w" for="ch" forName="Child4" refType="w" fact="0.0987"/>
              <dgm:constr type="h" for="ch" forName="Child4" refType="h" fact="0.3124"/>
              <dgm:constr type="r" for="ch" forName="Accent3" refType="w" fact="0.7834"/>
              <dgm:constr type="t" for="ch" forName="Accent3" refType="h" fact="-0.0109"/>
              <dgm:constr type="w" for="ch" forName="Accent3" refType="w" fact="0.1496"/>
              <dgm:constr type="h" for="ch" forName="Accent3" refType="h" fact="0.806"/>
              <dgm:constr type="r" for="ch" forName="ParentBackground3" refType="w" fact="0.758"/>
              <dgm:constr type="t" for="ch" forName="ParentBackground3" refType="h" fact="0.1262"/>
              <dgm:constr type="w" for="ch" forName="ParentBackground3" refType="w" fact="0.0987"/>
              <dgm:constr type="h" for="ch" forName="ParentBackground3" refType="h" fact="0.5319"/>
              <dgm:constr type="r" for="ch" forName="Child3" refType="w" fact="0.758"/>
              <dgm:constr type="t" for="ch" forName="Child3" refType="h" fact="0.6876"/>
              <dgm:constr type="w" for="ch" forName="Child3" refType="w" fact="0.0987"/>
              <dgm:constr type="h" for="ch" forName="Child3" refType="h" fact="0.3124"/>
              <dgm:constr type="r" for="ch" forName="Accent2" refType="w" fact="0.8927"/>
              <dgm:constr type="t" for="ch" forName="Accent2" refType="h" fact="-0.0109"/>
              <dgm:constr type="w" for="ch" forName="Accent2" refType="w" fact="0.1496"/>
              <dgm:constr type="h" for="ch" forName="Accent2" refType="h" fact="0.806"/>
              <dgm:constr type="r" for="ch" forName="ParentBackground2" refType="w" fact="0.8673"/>
              <dgm:constr type="t" for="ch" forName="ParentBackground2" refType="h" fact="0.1262"/>
              <dgm:constr type="w" for="ch" forName="ParentBackground2" refType="w" fact="0.0987"/>
              <dgm:constr type="h" for="ch" forName="ParentBackground2" refType="h" fact="0.5319"/>
              <dgm:constr type="r" for="ch" forName="Child2" refType="w" fact="0.8673"/>
              <dgm:constr type="t" for="ch" forName="Child2" refType="h" fact="0.6876"/>
              <dgm:constr type="w" for="ch" forName="Child2" refType="w" fact="0.0987"/>
              <dgm:constr type="h" for="ch" forName="Child2" refType="h" fact="0.3124"/>
              <dgm:constr type="r" for="ch" forName="Accent1" refType="w" fact="1.002"/>
              <dgm:constr type="t" for="ch" forName="Accent1" refType="h" fact="-0.0109"/>
              <dgm:constr type="w" for="ch" forName="Accent1" refType="w" fact="0.1496"/>
              <dgm:constr type="h" for="ch" forName="Accent1" refType="h" fact="0.806"/>
              <dgm:constr type="r" for="ch" forName="ParentBackground1" refType="w" fact="0.9765"/>
              <dgm:constr type="t" for="ch" forName="ParentBackground1" refType="h" fact="0.1262"/>
              <dgm:constr type="w" for="ch" forName="ParentBackground1" refType="w" fact="0.0987"/>
              <dgm:constr type="h" for="ch" forName="ParentBackground1" refType="h" fact="0.5319"/>
              <dgm:constr type="r" for="ch" forName="Child1" refType="w" fact="0.9765"/>
              <dgm:constr type="t" for="ch" forName="Child1" refType="h" fact="0.6876"/>
              <dgm:constr type="w" for="ch" forName="Child1" refType="w" fact="0.0987"/>
              <dgm:constr type="h" for="ch" forName="Child1" refType="h" fact="0.3124"/>
            </dgm:constrLst>
          </dgm:if>
          <dgm:if name="Name26"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r" for="ch" forName="Parent10" refType="w" fact="0.0795"/>
              <dgm:constr type="t" for="ch" forName="Parent10" refType="h" fact="0.2022"/>
              <dgm:constr type="w" for="ch" forName="Parent10" refType="w" fact="0.0636"/>
              <dgm:constr type="h" for="ch" forName="Parent10" refType="h" fact="0.3799"/>
              <dgm:constr type="r" for="ch" forName="Parent9" refType="w" fact="0.178"/>
              <dgm:constr type="t" for="ch" forName="Parent9" refType="h" fact="0.2022"/>
              <dgm:constr type="w" for="ch" forName="Parent9" refType="w" fact="0.0636"/>
              <dgm:constr type="h" for="ch" forName="Parent9" refType="h" fact="0.3799"/>
              <dgm:constr type="r" for="ch" forName="Parent8" refType="w" fact="0.2765"/>
              <dgm:constr type="t" for="ch" forName="Parent8" refType="h" fact="0.2022"/>
              <dgm:constr type="w" for="ch" forName="Parent8" refType="w" fact="0.0636"/>
              <dgm:constr type="h" for="ch" forName="Parent8" refType="h" fact="0.3799"/>
              <dgm:constr type="r" for="ch" forName="Parent7" refType="w" fact="0.375"/>
              <dgm:constr type="t" for="ch" forName="Parent7" refType="h" fact="0.2022"/>
              <dgm:constr type="w" for="ch" forName="Parent7" refType="w" fact="0.0636"/>
              <dgm:constr type="h" for="ch" forName="Parent7" refType="h" fact="0.3799"/>
              <dgm:constr type="r" for="ch" forName="Parent6" refType="w" fact="0.4736"/>
              <dgm:constr type="t" for="ch" forName="Parent6" refType="h" fact="0.2022"/>
              <dgm:constr type="w" for="ch" forName="Parent6" refType="w" fact="0.0636"/>
              <dgm:constr type="h" for="ch" forName="Parent6" refType="h" fact="0.3799"/>
              <dgm:constr type="r" for="ch" forName="Parent5" refType="w" fact="0.5721"/>
              <dgm:constr type="t" for="ch" forName="Parent5" refType="h" fact="0.2022"/>
              <dgm:constr type="w" for="ch" forName="Parent5" refType="w" fact="0.0636"/>
              <dgm:constr type="h" for="ch" forName="Parent5" refType="h" fact="0.3799"/>
              <dgm:constr type="r" for="ch" forName="Parent4" refType="w" fact="0.6706"/>
              <dgm:constr type="t" for="ch" forName="Parent4" refType="h" fact="0.2022"/>
              <dgm:constr type="w" for="ch" forName="Parent4" refType="w" fact="0.0636"/>
              <dgm:constr type="h" for="ch" forName="Parent4" refType="h" fact="0.3799"/>
              <dgm:constr type="r" for="ch" forName="Parent3" refType="w" fact="0.7691"/>
              <dgm:constr type="t" for="ch" forName="Parent3" refType="h" fact="0.2022"/>
              <dgm:constr type="w" for="ch" forName="Parent3" refType="w" fact="0.0636"/>
              <dgm:constr type="h" for="ch" forName="Parent3" refType="h" fact="0.3799"/>
              <dgm:constr type="r" for="ch" forName="Parent2" refType="w" fact="0.8676"/>
              <dgm:constr type="t" for="ch" forName="Parent2" refType="h" fact="0.2022"/>
              <dgm:constr type="w" for="ch" forName="Parent2" refType="w" fact="0.0636"/>
              <dgm:constr type="h" for="ch" forName="Parent2" refType="h" fact="0.3799"/>
              <dgm:constr type="r" for="ch" forName="Parent1" refType="w" fact="0.9662"/>
              <dgm:constr type="t" for="ch" forName="Parent1" refType="h" fact="0.2022"/>
              <dgm:constr type="w" for="ch" forName="Parent1" refType="w" fact="0.0636"/>
              <dgm:constr type="h" for="ch" forName="Parent1" refType="h" fact="0.3799"/>
              <dgm:constr type="r" for="ch" forName="Accent10" refType="w" fact="0.0953"/>
              <dgm:constr type="t" for="ch" forName="Accent10" refType="h" fact="0.1072"/>
              <dgm:constr type="w" for="ch" forName="Accent10" refType="w" fact="0.0953"/>
              <dgm:constr type="h" for="ch" forName="Accent10" refType="h" fact="0.5699"/>
              <dgm:constr type="r" for="ch" forName="ParentBackground10" refType="w" fact="0.0922"/>
              <dgm:constr type="t" for="ch" forName="ParentBackground10" refType="h" fact="0.1262"/>
              <dgm:constr type="w" for="ch" forName="ParentBackground10" refType="w" fact="0.089"/>
              <dgm:constr type="h" for="ch" forName="ParentBackground10" refType="h" fact="0.5319"/>
              <dgm:constr type="r" for="ch" forName="Child10" refType="w" fact="0.0922"/>
              <dgm:constr type="t" for="ch" forName="Child10" refType="h" fact="0.6876"/>
              <dgm:constr type="w" for="ch" forName="Child10" refType="w" fact="0.089"/>
              <dgm:constr type="h" for="ch" forName="Child10" refType="h" fact="0.3124"/>
              <dgm:constr type="r" for="ch" forName="Accent9" refType="w" fact="0.2136"/>
              <dgm:constr type="t" for="ch" forName="Accent9" refType="h" fact="-0.0109"/>
              <dgm:constr type="w" for="ch" forName="Accent9" refType="w" fact="0.1348"/>
              <dgm:constr type="h" for="ch" forName="Accent9" refType="h" fact="0.806"/>
              <dgm:constr type="r" for="ch" forName="ParentBackground9" refType="w" fact="0.1907"/>
              <dgm:constr type="t" for="ch" forName="ParentBackground9" refType="h" fact="0.1262"/>
              <dgm:constr type="w" for="ch" forName="ParentBackground9" refType="w" fact="0.089"/>
              <dgm:constr type="h" for="ch" forName="ParentBackground9" refType="h" fact="0.5319"/>
              <dgm:constr type="r" for="ch" forName="Child9" refType="w" fact="0.1907"/>
              <dgm:constr type="t" for="ch" forName="Child9" refType="h" fact="0.6876"/>
              <dgm:constr type="w" for="ch" forName="Child9" refType="w" fact="0.089"/>
              <dgm:constr type="h" for="ch" forName="Child9" refType="h" fact="0.3124"/>
              <dgm:constr type="r" for="ch" forName="Accent8" refType="w" fact="0.3121"/>
              <dgm:constr type="t" for="ch" forName="Accent8" refType="h" fact="-0.0109"/>
              <dgm:constr type="w" for="ch" forName="Accent8" refType="w" fact="0.1348"/>
              <dgm:constr type="h" for="ch" forName="Accent8" refType="h" fact="0.806"/>
              <dgm:constr type="r" for="ch" forName="ParentBackground8" refType="w" fact="0.2892"/>
              <dgm:constr type="t" for="ch" forName="ParentBackground8" refType="h" fact="0.1262"/>
              <dgm:constr type="w" for="ch" forName="ParentBackground8" refType="w" fact="0.089"/>
              <dgm:constr type="h" for="ch" forName="ParentBackground8" refType="h" fact="0.5319"/>
              <dgm:constr type="r" for="ch" forName="Child8" refType="w" fact="0.2892"/>
              <dgm:constr type="t" for="ch" forName="Child8" refType="h" fact="0.6876"/>
              <dgm:constr type="w" for="ch" forName="Child8" refType="w" fact="0.089"/>
              <dgm:constr type="h" for="ch" forName="Child8" refType="h" fact="0.3124"/>
              <dgm:constr type="r" for="ch" forName="Accent7" refType="w" fact="0.4107"/>
              <dgm:constr type="t" for="ch" forName="Accent7" refType="h" fact="-0.0109"/>
              <dgm:constr type="w" for="ch" forName="Accent7" refType="w" fact="0.1348"/>
              <dgm:constr type="h" for="ch" forName="Accent7" refType="h" fact="0.806"/>
              <dgm:constr type="r" for="ch" forName="ParentBackground7" refType="w" fact="0.3877"/>
              <dgm:constr type="t" for="ch" forName="ParentBackground7" refType="h" fact="0.1262"/>
              <dgm:constr type="w" for="ch" forName="ParentBackground7" refType="w" fact="0.089"/>
              <dgm:constr type="h" for="ch" forName="ParentBackground7" refType="h" fact="0.5319"/>
              <dgm:constr type="r" for="ch" forName="Child7" refType="w" fact="0.3877"/>
              <dgm:constr type="t" for="ch" forName="Child7" refType="h" fact="0.6876"/>
              <dgm:constr type="w" for="ch" forName="Child7" refType="w" fact="0.089"/>
              <dgm:constr type="h" for="ch" forName="Child7" refType="h" fact="0.3124"/>
              <dgm:constr type="r" for="ch" forName="Accent6" refType="w" fact="0.5092"/>
              <dgm:constr type="t" for="ch" forName="Accent6" refType="h" fact="-0.0109"/>
              <dgm:constr type="w" for="ch" forName="Accent6" refType="w" fact="0.1348"/>
              <dgm:constr type="h" for="ch" forName="Accent6" refType="h" fact="0.806"/>
              <dgm:constr type="r" for="ch" forName="ParentBackground6" refType="w" fact="0.4863"/>
              <dgm:constr type="t" for="ch" forName="ParentBackground6" refType="h" fact="0.1262"/>
              <dgm:constr type="w" for="ch" forName="ParentBackground6" refType="w" fact="0.089"/>
              <dgm:constr type="h" for="ch" forName="ParentBackground6" refType="h" fact="0.5319"/>
              <dgm:constr type="r" for="ch" forName="Child6" refType="w" fact="0.4863"/>
              <dgm:constr type="t" for="ch" forName="Child6" refType="h" fact="0.6876"/>
              <dgm:constr type="w" for="ch" forName="Child6" refType="w" fact="0.089"/>
              <dgm:constr type="h" for="ch" forName="Child6" refType="h" fact="0.3124"/>
              <dgm:constr type="r" for="ch" forName="Accent5" refType="w" fact="0.6077"/>
              <dgm:constr type="t" for="ch" forName="Accent5" refType="h" fact="-0.0109"/>
              <dgm:constr type="w" for="ch" forName="Accent5" refType="w" fact="0.1348"/>
              <dgm:constr type="h" for="ch" forName="Accent5" refType="h" fact="0.806"/>
              <dgm:constr type="r" for="ch" forName="ParentBackground5" refType="w" fact="0.5848"/>
              <dgm:constr type="t" for="ch" forName="ParentBackground5" refType="h" fact="0.1262"/>
              <dgm:constr type="w" for="ch" forName="ParentBackground5" refType="w" fact="0.089"/>
              <dgm:constr type="h" for="ch" forName="ParentBackground5" refType="h" fact="0.5319"/>
              <dgm:constr type="r" for="ch" forName="Child5" refType="w" fact="0.5848"/>
              <dgm:constr type="t" for="ch" forName="Child5" refType="h" fact="0.6876"/>
              <dgm:constr type="w" for="ch" forName="Child5" refType="w" fact="0.089"/>
              <dgm:constr type="h" for="ch" forName="Child5" refType="h" fact="0.3124"/>
              <dgm:constr type="r" for="ch" forName="Accent4" refType="w" fact="0.7062"/>
              <dgm:constr type="t" for="ch" forName="Accent4" refType="h" fact="-0.0109"/>
              <dgm:constr type="w" for="ch" forName="Accent4" refType="w" fact="0.1348"/>
              <dgm:constr type="h" for="ch" forName="Accent4" refType="h" fact="0.806"/>
              <dgm:constr type="r" for="ch" forName="ParentBackground4" refType="w" fact="0.6833"/>
              <dgm:constr type="t" for="ch" forName="ParentBackground4" refType="h" fact="0.1262"/>
              <dgm:constr type="w" for="ch" forName="ParentBackground4" refType="w" fact="0.089"/>
              <dgm:constr type="h" for="ch" forName="ParentBackground4" refType="h" fact="0.5319"/>
              <dgm:constr type="r" for="ch" forName="Child4" refType="w" fact="0.6833"/>
              <dgm:constr type="t" for="ch" forName="Child4" refType="h" fact="0.6876"/>
              <dgm:constr type="w" for="ch" forName="Child4" refType="w" fact="0.089"/>
              <dgm:constr type="h" for="ch" forName="Child4" refType="h" fact="0.3124"/>
              <dgm:constr type="r" for="ch" forName="Accent3" refType="w" fact="0.8048"/>
              <dgm:constr type="t" for="ch" forName="Accent3" refType="h" fact="-0.0109"/>
              <dgm:constr type="w" for="ch" forName="Accent3" refType="w" fact="0.1348"/>
              <dgm:constr type="h" for="ch" forName="Accent3" refType="h" fact="0.806"/>
              <dgm:constr type="r" for="ch" forName="ParentBackground3" refType="w" fact="0.7818"/>
              <dgm:constr type="t" for="ch" forName="ParentBackground3" refType="h" fact="0.1262"/>
              <dgm:constr type="w" for="ch" forName="ParentBackground3" refType="w" fact="0.089"/>
              <dgm:constr type="h" for="ch" forName="ParentBackground3" refType="h" fact="0.5319"/>
              <dgm:constr type="r" for="ch" forName="Child3" refType="w" fact="0.7818"/>
              <dgm:constr type="t" for="ch" forName="Child3" refType="h" fact="0.6876"/>
              <dgm:constr type="w" for="ch" forName="Child3" refType="w" fact="0.089"/>
              <dgm:constr type="h" for="ch" forName="Child3" refType="h" fact="0.3124"/>
              <dgm:constr type="r" for="ch" forName="Accent2" refType="w" fact="0.9033"/>
              <dgm:constr type="t" for="ch" forName="Accent2" refType="h" fact="-0.0109"/>
              <dgm:constr type="w" for="ch" forName="Accent2" refType="w" fact="0.1348"/>
              <dgm:constr type="h" for="ch" forName="Accent2" refType="h" fact="0.806"/>
              <dgm:constr type="r" for="ch" forName="ParentBackground2" refType="w" fact="0.8804"/>
              <dgm:constr type="t" for="ch" forName="ParentBackground2" refType="h" fact="0.1262"/>
              <dgm:constr type="w" for="ch" forName="ParentBackground2" refType="w" fact="0.089"/>
              <dgm:constr type="h" for="ch" forName="ParentBackground2" refType="h" fact="0.5319"/>
              <dgm:constr type="r" for="ch" forName="Child2" refType="w" fact="0.8804"/>
              <dgm:constr type="t" for="ch" forName="Child2" refType="h" fact="0.6876"/>
              <dgm:constr type="w" for="ch" forName="Child2" refType="w" fact="0.089"/>
              <dgm:constr type="h" for="ch" forName="Child2" refType="h" fact="0.3124"/>
              <dgm:constr type="r" for="ch" forName="Accent1" refType="w" fact="1.0018"/>
              <dgm:constr type="t" for="ch" forName="Accent1" refType="h" fact="-0.0109"/>
              <dgm:constr type="w" for="ch" forName="Accent1" refType="w" fact="0.1348"/>
              <dgm:constr type="h" for="ch" forName="Accent1" refType="h" fact="0.806"/>
              <dgm:constr type="r" for="ch" forName="ParentBackground1" refType="w" fact="0.9789"/>
              <dgm:constr type="t" for="ch" forName="ParentBackground1" refType="h" fact="0.1262"/>
              <dgm:constr type="w" for="ch" forName="ParentBackground1" refType="w" fact="0.089"/>
              <dgm:constr type="h" for="ch" forName="ParentBackground1" refType="h" fact="0.5319"/>
              <dgm:constr type="r" for="ch" forName="Child1" refType="w" fact="0.9789"/>
              <dgm:constr type="t" for="ch" forName="Child1" refType="h" fact="0.6876"/>
              <dgm:constr type="w" for="ch" forName="Child1" refType="w" fact="0.089"/>
              <dgm:constr type="h" for="ch" forName="Child1" refType="h" fact="0.3124"/>
            </dgm:constrLst>
          </dgm:if>
          <dgm:else name="Name27">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r" for="ch" forName="Parent11" refType="w" fact="0.0723"/>
              <dgm:constr type="t" for="ch" forName="Parent11" refType="h" fact="0.2022"/>
              <dgm:constr type="w" for="ch" forName="Parent11" refType="w" fact="0.0579"/>
              <dgm:constr type="h" for="ch" forName="Parent11" refType="h" fact="0.3799"/>
              <dgm:constr type="r" for="ch" forName="Parent10" refType="w" fact="0.162"/>
              <dgm:constr type="t" for="ch" forName="Parent10" refType="h" fact="0.2022"/>
              <dgm:constr type="w" for="ch" forName="Parent10" refType="w" fact="0.0579"/>
              <dgm:constr type="h" for="ch" forName="Parent10" refType="h" fact="0.3799"/>
              <dgm:constr type="r" for="ch" forName="Parent9" refType="w" fact="0.2517"/>
              <dgm:constr type="t" for="ch" forName="Parent9" refType="h" fact="0.2022"/>
              <dgm:constr type="w" for="ch" forName="Parent9" refType="w" fact="0.0579"/>
              <dgm:constr type="h" for="ch" forName="Parent9" refType="h" fact="0.3799"/>
              <dgm:constr type="r" for="ch" forName="Parent8" refType="w" fact="0.3414"/>
              <dgm:constr type="t" for="ch" forName="Parent8" refType="h" fact="0.2022"/>
              <dgm:constr type="w" for="ch" forName="Parent8" refType="w" fact="0.0579"/>
              <dgm:constr type="h" for="ch" forName="Parent8" refType="h" fact="0.3799"/>
              <dgm:constr type="r" for="ch" forName="Parent7" refType="w" fact="0.4311"/>
              <dgm:constr type="t" for="ch" forName="Parent7" refType="h" fact="0.2022"/>
              <dgm:constr type="w" for="ch" forName="Parent7" refType="w" fact="0.0579"/>
              <dgm:constr type="h" for="ch" forName="Parent7" refType="h" fact="0.3799"/>
              <dgm:constr type="r" for="ch" forName="Parent6" refType="w" fact="0.5208"/>
              <dgm:constr type="t" for="ch" forName="Parent6" refType="h" fact="0.2022"/>
              <dgm:constr type="w" for="ch" forName="Parent6" refType="w" fact="0.0579"/>
              <dgm:constr type="h" for="ch" forName="Parent6" refType="h" fact="0.3799"/>
              <dgm:constr type="r" for="ch" forName="Parent5" refType="w" fact="0.6105"/>
              <dgm:constr type="t" for="ch" forName="Parent5" refType="h" fact="0.2022"/>
              <dgm:constr type="w" for="ch" forName="Parent5" refType="w" fact="0.0579"/>
              <dgm:constr type="h" for="ch" forName="Parent5" refType="h" fact="0.3799"/>
              <dgm:constr type="r" for="ch" forName="Parent4" refType="w" fact="0.7001"/>
              <dgm:constr type="t" for="ch" forName="Parent4" refType="h" fact="0.2022"/>
              <dgm:constr type="w" for="ch" forName="Parent4" refType="w" fact="0.0579"/>
              <dgm:constr type="h" for="ch" forName="Parent4" refType="h" fact="0.3799"/>
              <dgm:constr type="r" for="ch" forName="Parent3" refType="w" fact="0.7898"/>
              <dgm:constr type="t" for="ch" forName="Parent3" refType="h" fact="0.2022"/>
              <dgm:constr type="w" for="ch" forName="Parent3" refType="w" fact="0.0579"/>
              <dgm:constr type="h" for="ch" forName="Parent3" refType="h" fact="0.3799"/>
              <dgm:constr type="r" for="ch" forName="Parent2" refType="w" fact="0.8795"/>
              <dgm:constr type="t" for="ch" forName="Parent2" refType="h" fact="0.2022"/>
              <dgm:constr type="w" for="ch" forName="Parent2" refType="w" fact="0.0579"/>
              <dgm:constr type="h" for="ch" forName="Parent2" refType="h" fact="0.3799"/>
              <dgm:constr type="r" for="ch" forName="Parent1" refType="w" fact="0.9692"/>
              <dgm:constr type="t" for="ch" forName="Parent1" refType="h" fact="0.2022"/>
              <dgm:constr type="w" for="ch" forName="Parent1" refType="w" fact="0.0579"/>
              <dgm:constr type="h" for="ch" forName="Parent1" refType="h" fact="0.3799"/>
              <dgm:constr type="r" for="ch" forName="Accent11" refType="w" fact="0.0868"/>
              <dgm:constr type="t" for="ch" forName="Accent11" refType="h" fact="0.1072"/>
              <dgm:constr type="w" for="ch" forName="Accent11" refType="w" fact="0.0868"/>
              <dgm:constr type="h" for="ch" forName="Accent11" refType="h" fact="0.5699"/>
              <dgm:constr type="r" for="ch" forName="ParentBackground11" refType="w" fact="0.0839"/>
              <dgm:constr type="t" for="ch" forName="ParentBackground11" refType="h" fact="0.1262"/>
              <dgm:constr type="w" for="ch" forName="ParentBackground11" refType="w" fact="0.081"/>
              <dgm:constr type="h" for="ch" forName="ParentBackground11" refType="h" fact="0.5319"/>
              <dgm:constr type="r" for="ch" forName="Child11" refType="w" fact="0.0839"/>
              <dgm:constr type="t" for="ch" forName="Child11" refType="h" fact="0.6876"/>
              <dgm:constr type="w" for="ch" forName="Child11" refType="w" fact="0.081"/>
              <dgm:constr type="h" for="ch" forName="Child11" refType="h" fact="0.3124"/>
              <dgm:constr type="r" for="ch" forName="Accent10" refType="w" fact="0.1945"/>
              <dgm:constr type="t" for="ch" forName="Accent10" refType="h" fact="-0.0109"/>
              <dgm:constr type="w" for="ch" forName="Accent10" refType="w" fact="0.1228"/>
              <dgm:constr type="h" for="ch" forName="Accent10" refType="h" fact="0.806"/>
              <dgm:constr type="r" for="ch" forName="ParentBackground10" refType="w" fact="0.1736"/>
              <dgm:constr type="t" for="ch" forName="ParentBackground10" refType="h" fact="0.1262"/>
              <dgm:constr type="w" for="ch" forName="ParentBackground10" refType="w" fact="0.081"/>
              <dgm:constr type="h" for="ch" forName="ParentBackground10" refType="h" fact="0.5319"/>
              <dgm:constr type="r" for="ch" forName="Child10" refType="w" fact="0.1736"/>
              <dgm:constr type="t" for="ch" forName="Child10" refType="h" fact="0.6876"/>
              <dgm:constr type="w" for="ch" forName="Child10" refType="w" fact="0.081"/>
              <dgm:constr type="h" for="ch" forName="Child10" refType="h" fact="0.3124"/>
              <dgm:constr type="r" for="ch" forName="Accent9" refType="w" fact="0.2842"/>
              <dgm:constr type="t" for="ch" forName="Accent9" refType="h" fact="-0.0109"/>
              <dgm:constr type="w" for="ch" forName="Accent9" refType="w" fact="0.1228"/>
              <dgm:constr type="h" for="ch" forName="Accent9" refType="h" fact="0.806"/>
              <dgm:constr type="r" for="ch" forName="ParentBackground9" refType="w" fact="0.2633"/>
              <dgm:constr type="t" for="ch" forName="ParentBackground9" refType="h" fact="0.1262"/>
              <dgm:constr type="w" for="ch" forName="ParentBackground9" refType="w" fact="0.081"/>
              <dgm:constr type="h" for="ch" forName="ParentBackground9" refType="h" fact="0.5319"/>
              <dgm:constr type="r" for="ch" forName="Child9" refType="w" fact="0.2633"/>
              <dgm:constr type="t" for="ch" forName="Child9" refType="h" fact="0.6876"/>
              <dgm:constr type="w" for="ch" forName="Child9" refType="w" fact="0.081"/>
              <dgm:constr type="h" for="ch" forName="Child9" refType="h" fact="0.3124"/>
              <dgm:constr type="r" for="ch" forName="Accent8" refType="w" fact="0.3739"/>
              <dgm:constr type="t" for="ch" forName="Accent8" refType="h" fact="-0.0109"/>
              <dgm:constr type="w" for="ch" forName="Accent8" refType="w" fact="0.1228"/>
              <dgm:constr type="h" for="ch" forName="Accent8" refType="h" fact="0.806"/>
              <dgm:constr type="r" for="ch" forName="ParentBackground8" refType="w" fact="0.353"/>
              <dgm:constr type="t" for="ch" forName="ParentBackground8" refType="h" fact="0.1262"/>
              <dgm:constr type="w" for="ch" forName="ParentBackground8" refType="w" fact="0.081"/>
              <dgm:constr type="h" for="ch" forName="ParentBackground8" refType="h" fact="0.5319"/>
              <dgm:constr type="r" for="ch" forName="Child8" refType="w" fact="0.353"/>
              <dgm:constr type="t" for="ch" forName="Child8" refType="h" fact="0.6876"/>
              <dgm:constr type="w" for="ch" forName="Child8" refType="w" fact="0.081"/>
              <dgm:constr type="h" for="ch" forName="Child8" refType="h" fact="0.3124"/>
              <dgm:constr type="r" for="ch" forName="Accent7" refType="w" fact="0.4636"/>
              <dgm:constr type="t" for="ch" forName="Accent7" refType="h" fact="-0.0109"/>
              <dgm:constr type="w" for="ch" forName="Accent7" refType="w" fact="0.1228"/>
              <dgm:constr type="h" for="ch" forName="Accent7" refType="h" fact="0.806"/>
              <dgm:constr type="r" for="ch" forName="ParentBackground7" refType="w" fact="0.4427"/>
              <dgm:constr type="t" for="ch" forName="ParentBackground7" refType="h" fact="0.1262"/>
              <dgm:constr type="w" for="ch" forName="ParentBackground7" refType="w" fact="0.081"/>
              <dgm:constr type="h" for="ch" forName="ParentBackground7" refType="h" fact="0.5319"/>
              <dgm:constr type="r" for="ch" forName="Child7" refType="w" fact="0.4427"/>
              <dgm:constr type="t" for="ch" forName="Child7" refType="h" fact="0.6876"/>
              <dgm:constr type="w" for="ch" forName="Child7" refType="w" fact="0.081"/>
              <dgm:constr type="h" for="ch" forName="Child7" refType="h" fact="0.3124"/>
              <dgm:constr type="r" for="ch" forName="Accent6" refType="w" fact="0.5533"/>
              <dgm:constr type="t" for="ch" forName="Accent6" refType="h" fact="-0.0109"/>
              <dgm:constr type="w" for="ch" forName="Accent6" refType="w" fact="0.1228"/>
              <dgm:constr type="h" for="ch" forName="Accent6" refType="h" fact="0.806"/>
              <dgm:constr type="r" for="ch" forName="ParentBackground6" refType="w" fact="0.5323"/>
              <dgm:constr type="t" for="ch" forName="ParentBackground6" refType="h" fact="0.1262"/>
              <dgm:constr type="w" for="ch" forName="ParentBackground6" refType="w" fact="0.081"/>
              <dgm:constr type="h" for="ch" forName="ParentBackground6" refType="h" fact="0.5319"/>
              <dgm:constr type="r" for="ch" forName="Child6" refType="w" fact="0.5323"/>
              <dgm:constr type="t" for="ch" forName="Child6" refType="h" fact="0.6876"/>
              <dgm:constr type="w" for="ch" forName="Child6" refType="w" fact="0.081"/>
              <dgm:constr type="h" for="ch" forName="Child6" refType="h" fact="0.3124"/>
              <dgm:constr type="r" for="ch" forName="Accent5" refType="w" fact="0.6429"/>
              <dgm:constr type="t" for="ch" forName="Accent5" refType="h" fact="-0.0109"/>
              <dgm:constr type="w" for="ch" forName="Accent5" refType="w" fact="0.1228"/>
              <dgm:constr type="h" for="ch" forName="Accent5" refType="h" fact="0.806"/>
              <dgm:constr type="r" for="ch" forName="ParentBackground5" refType="w" fact="0.622"/>
              <dgm:constr type="t" for="ch" forName="ParentBackground5" refType="h" fact="0.1262"/>
              <dgm:constr type="w" for="ch" forName="ParentBackground5" refType="w" fact="0.081"/>
              <dgm:constr type="h" for="ch" forName="ParentBackground5" refType="h" fact="0.5319"/>
              <dgm:constr type="r" for="ch" forName="Child5" refType="w" fact="0.622"/>
              <dgm:constr type="t" for="ch" forName="Child5" refType="h" fact="0.6876"/>
              <dgm:constr type="w" for="ch" forName="Child5" refType="w" fact="0.081"/>
              <dgm:constr type="h" for="ch" forName="Child5" refType="h" fact="0.3124"/>
              <dgm:constr type="r" for="ch" forName="Accent4" refType="w" fact="0.7326"/>
              <dgm:constr type="t" for="ch" forName="Accent4" refType="h" fact="-0.0109"/>
              <dgm:constr type="w" for="ch" forName="Accent4" refType="w" fact="0.1228"/>
              <dgm:constr type="h" for="ch" forName="Accent4" refType="h" fact="0.806"/>
              <dgm:constr type="r" for="ch" forName="ParentBackground4" refType="w" fact="0.7117"/>
              <dgm:constr type="t" for="ch" forName="ParentBackground4" refType="h" fact="0.1262"/>
              <dgm:constr type="w" for="ch" forName="ParentBackground4" refType="w" fact="0.081"/>
              <dgm:constr type="h" for="ch" forName="ParentBackground4" refType="h" fact="0.5319"/>
              <dgm:constr type="r" for="ch" forName="Child4" refType="w" fact="0.7117"/>
              <dgm:constr type="t" for="ch" forName="Child4" refType="h" fact="0.6876"/>
              <dgm:constr type="w" for="ch" forName="Child4" refType="w" fact="0.081"/>
              <dgm:constr type="h" for="ch" forName="Child4" refType="h" fact="0.3124"/>
              <dgm:constr type="r" for="ch" forName="Accent3" refType="w" fact="0.8223"/>
              <dgm:constr type="t" for="ch" forName="Accent3" refType="h" fact="-0.0109"/>
              <dgm:constr type="w" for="ch" forName="Accent3" refType="w" fact="0.1228"/>
              <dgm:constr type="h" for="ch" forName="Accent3" refType="h" fact="0.806"/>
              <dgm:constr type="r" for="ch" forName="ParentBackground3" refType="w" fact="0.8014"/>
              <dgm:constr type="t" for="ch" forName="ParentBackground3" refType="h" fact="0.1262"/>
              <dgm:constr type="w" for="ch" forName="ParentBackground3" refType="w" fact="0.081"/>
              <dgm:constr type="h" for="ch" forName="ParentBackground3" refType="h" fact="0.5319"/>
              <dgm:constr type="r" for="ch" forName="Child3" refType="w" fact="0.8014"/>
              <dgm:constr type="t" for="ch" forName="Child3" refType="h" fact="0.6876"/>
              <dgm:constr type="w" for="ch" forName="Child3" refType="w" fact="0.081"/>
              <dgm:constr type="h" for="ch" forName="Child3" refType="h" fact="0.3124"/>
              <dgm:constr type="r" for="ch" forName="Accent2" refType="w" fact="0.912"/>
              <dgm:constr type="t" for="ch" forName="Accent2" refType="h" fact="-0.0109"/>
              <dgm:constr type="w" for="ch" forName="Accent2" refType="w" fact="0.1228"/>
              <dgm:constr type="h" for="ch" forName="Accent2" refType="h" fact="0.806"/>
              <dgm:constr type="r" for="ch" forName="ParentBackground2" refType="w" fact="0.8911"/>
              <dgm:constr type="t" for="ch" forName="ParentBackground2" refType="h" fact="0.1262"/>
              <dgm:constr type="w" for="ch" forName="ParentBackground2" refType="w" fact="0.081"/>
              <dgm:constr type="h" for="ch" forName="ParentBackground2" refType="h" fact="0.5319"/>
              <dgm:constr type="r" for="ch" forName="Child2" refType="w" fact="0.8911"/>
              <dgm:constr type="t" for="ch" forName="Child2" refType="h" fact="0.6876"/>
              <dgm:constr type="w" for="ch" forName="Child2" refType="w" fact="0.081"/>
              <dgm:constr type="h" for="ch" forName="Child2" refType="h" fact="0.3124"/>
              <dgm:constr type="r" for="ch" forName="Accent1" refType="w" fact="1.0017"/>
              <dgm:constr type="t" for="ch" forName="Accent1" refType="h" fact="-0.0109"/>
              <dgm:constr type="w" for="ch" forName="Accent1" refType="w" fact="0.1228"/>
              <dgm:constr type="h" for="ch" forName="Accent1" refType="h" fact="0.806"/>
              <dgm:constr type="r" for="ch" forName="ParentBackground1" refType="w" fact="0.9808"/>
              <dgm:constr type="t" for="ch" forName="ParentBackground1" refType="h" fact="0.1262"/>
              <dgm:constr type="w" for="ch" forName="ParentBackground1" refType="w" fact="0.081"/>
              <dgm:constr type="h" for="ch" forName="ParentBackground1" refType="h" fact="0.5319"/>
              <dgm:constr type="r" for="ch" forName="Child1" refType="w" fact="0.9808"/>
              <dgm:constr type="t" for="ch" forName="Child1" refType="h" fact="0.6876"/>
              <dgm:constr type="w" for="ch" forName="Child1" refType="w" fact="0.081"/>
              <dgm:constr type="h" for="ch" forName="Child1" refType="h" fact="0.3124"/>
            </dgm:constrLst>
          </dgm:else>
        </dgm:choose>
      </dgm:else>
    </dgm:choose>
    <dgm:forEach name="wrapper" axis="self" ptType="parTrans">
      <dgm:forEach name="accentRepeat" axis="self">
        <dgm:layoutNode name="Accent" styleLbl="node1">
          <dgm:alg type="sp"/>
          <dgm:choose name="Name28">
            <dgm:if name="Name29" axis="followSib" ptType="node" func="cnt" op="equ" val="0">
              <dgm:shape xmlns:r="http://schemas.openxmlformats.org/officeDocument/2006/relationships" type="ellipse" r:blip="">
                <dgm:adjLst/>
              </dgm:shape>
            </dgm:if>
            <dgm:else name="Name30">
              <dgm:choose name="Name31">
                <dgm:if name="Name32" axis="precedSib" ptType="node" func="cnt" op="equ" val="10">
                  <dgm:shape xmlns:r="http://schemas.openxmlformats.org/officeDocument/2006/relationships" type="ellipse" r:blip="">
                    <dgm:adjLst/>
                  </dgm:shape>
                </dgm:if>
                <dgm:else name="Name33">
                  <dgm:choose name="Name34">
                    <dgm:if name="Name35" func="var" arg="dir" op="equ" val="norm">
                      <dgm:shape xmlns:r="http://schemas.openxmlformats.org/officeDocument/2006/relationships" rot="45" type="teardrop" r:blip="">
                        <dgm:adjLst>
                          <dgm:adj idx="1" val="1"/>
                        </dgm:adjLst>
                      </dgm:shape>
                    </dgm:if>
                    <dgm:else name="Name36">
                      <dgm:shape xmlns:r="http://schemas.openxmlformats.org/officeDocument/2006/relationships" rot="225" type="teardrop" r:blip="">
                        <dgm:adjLst>
                          <dgm:adj idx="1" val="1"/>
                        </dgm:adjLst>
                      </dgm:shape>
                    </dgm:else>
                  </dgm:choose>
                </dgm:else>
              </dgm:choose>
            </dgm:else>
          </dgm:choose>
          <dgm:presOf/>
        </dgm:layoutNode>
      </dgm:forEach>
      <dgm:forEach name="parentBackgroundRepeat" axis="self">
        <dgm:layoutNode name="ParentBackground" styleLbl="fgAcc1">
          <dgm:alg type="sp"/>
          <dgm:shape xmlns:r="http://schemas.openxmlformats.org/officeDocument/2006/relationships" type="ellipse" r:blip="">
            <dgm:adjLst/>
          </dgm:shape>
          <dgm:presOf axis="self" ptType="node"/>
        </dgm:layoutNode>
      </dgm:forEach>
    </dgm:forEach>
    <dgm:forEach name="Name37" axis="ch" ptType="node" st="11" cnt="1">
      <dgm:layoutNode name="Accent11">
        <dgm:alg type="sp"/>
        <dgm:shape xmlns:r="http://schemas.openxmlformats.org/officeDocument/2006/relationships" r:blip="">
          <dgm:adjLst/>
        </dgm:shape>
        <dgm:presOf/>
        <dgm:constrLst/>
        <dgm:forEach name="Name38" ref="accentRepeat"/>
      </dgm:layoutNode>
      <dgm:layoutNode name="ParentBackground11">
        <dgm:alg type="sp"/>
        <dgm:shape xmlns:r="http://schemas.openxmlformats.org/officeDocument/2006/relationships" r:blip="">
          <dgm:adjLst/>
        </dgm:shape>
        <dgm:presOf/>
        <dgm:forEach name="Name39" ref="parentBackgroundRepeat"/>
      </dgm:layoutNode>
      <dgm:choose name="Name40">
        <dgm:if name="Name41" axis="ch" ptType="node" func="cnt" op="gte" val="1">
          <dgm:layoutNode name="Child1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2"/>
      </dgm:choose>
      <dgm:layoutNode name="Parent1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3" axis="ch" ptType="node" st="10" cnt="1">
      <dgm:layoutNode name="Accent10">
        <dgm:alg type="sp"/>
        <dgm:shape xmlns:r="http://schemas.openxmlformats.org/officeDocument/2006/relationships" r:blip="">
          <dgm:adjLst/>
        </dgm:shape>
        <dgm:presOf/>
        <dgm:constrLst/>
        <dgm:forEach name="Name44" ref="accentRepeat"/>
      </dgm:layoutNode>
      <dgm:layoutNode name="ParentBackground10">
        <dgm:alg type="sp"/>
        <dgm:shape xmlns:r="http://schemas.openxmlformats.org/officeDocument/2006/relationships" r:blip="">
          <dgm:adjLst/>
        </dgm:shape>
        <dgm:presOf/>
        <dgm:forEach name="Name45" ref="parentBackgroundRepeat"/>
      </dgm:layoutNode>
      <dgm:choose name="Name46">
        <dgm:if name="Name47" axis="ch" ptType="node" func="cnt" op="gte" val="1">
          <dgm:layoutNode name="Child10"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8"/>
      </dgm:choose>
      <dgm:layoutNode name="Parent10"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9" axis="ch" ptType="node" st="9" cnt="1">
      <dgm:layoutNode name="Accent9">
        <dgm:alg type="sp"/>
        <dgm:shape xmlns:r="http://schemas.openxmlformats.org/officeDocument/2006/relationships" r:blip="">
          <dgm:adjLst/>
        </dgm:shape>
        <dgm:presOf/>
        <dgm:constrLst/>
        <dgm:forEach name="Name50" ref="accentRepeat"/>
      </dgm:layoutNode>
      <dgm:layoutNode name="ParentBackground9">
        <dgm:alg type="sp"/>
        <dgm:shape xmlns:r="http://schemas.openxmlformats.org/officeDocument/2006/relationships" r:blip="">
          <dgm:adjLst/>
        </dgm:shape>
        <dgm:presOf/>
        <dgm:forEach name="Name51" ref="parentBackgroundRepeat"/>
      </dgm:layoutNode>
      <dgm:choose name="Name52">
        <dgm:if name="Name53" axis="ch" ptType="node" func="cnt" op="gte" val="1">
          <dgm:layoutNode name="Child9"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4"/>
      </dgm:choose>
      <dgm:layoutNode name="Parent9"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55" axis="ch" ptType="node" st="8" cnt="1">
      <dgm:layoutNode name="Accent8">
        <dgm:alg type="sp"/>
        <dgm:shape xmlns:r="http://schemas.openxmlformats.org/officeDocument/2006/relationships" r:blip="">
          <dgm:adjLst/>
        </dgm:shape>
        <dgm:presOf/>
        <dgm:constrLst/>
        <dgm:forEach name="Name56" ref="accentRepeat"/>
      </dgm:layoutNode>
      <dgm:layoutNode name="ParentBackground8">
        <dgm:alg type="sp"/>
        <dgm:shape xmlns:r="http://schemas.openxmlformats.org/officeDocument/2006/relationships" r:blip="">
          <dgm:adjLst/>
        </dgm:shape>
        <dgm:presOf/>
        <dgm:forEach name="Name57" ref="parentBackgroundRepeat"/>
      </dgm:layoutNode>
      <dgm:choose name="Name58">
        <dgm:if name="Name59" axis="ch" ptType="node" func="cnt" op="gte" val="1">
          <dgm:layoutNode name="Child8"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0"/>
      </dgm:choose>
      <dgm:layoutNode name="Parent8"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1" axis="ch" ptType="node" st="7" cnt="1">
      <dgm:layoutNode name="Accent7">
        <dgm:alg type="sp"/>
        <dgm:shape xmlns:r="http://schemas.openxmlformats.org/officeDocument/2006/relationships" r:blip="">
          <dgm:adjLst/>
        </dgm:shape>
        <dgm:presOf/>
        <dgm:constrLst/>
        <dgm:forEach name="Name62" ref="accentRepeat"/>
      </dgm:layoutNode>
      <dgm:layoutNode name="ParentBackground7">
        <dgm:alg type="sp"/>
        <dgm:shape xmlns:r="http://schemas.openxmlformats.org/officeDocument/2006/relationships" r:blip="">
          <dgm:adjLst/>
        </dgm:shape>
        <dgm:presOf/>
        <dgm:forEach name="Name63" ref="parentBackgroundRepeat"/>
      </dgm:layoutNode>
      <dgm:choose name="Name64">
        <dgm:if name="Name65" axis="ch" ptType="node" func="cnt" op="gte" val="1">
          <dgm:layoutNode name="Child7"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6"/>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7" axis="ch" ptType="node" st="6" cnt="1">
      <dgm:layoutNode name="Accent6">
        <dgm:alg type="sp"/>
        <dgm:shape xmlns:r="http://schemas.openxmlformats.org/officeDocument/2006/relationships" r:blip="">
          <dgm:adjLst/>
        </dgm:shape>
        <dgm:presOf/>
        <dgm:constrLst/>
        <dgm:forEach name="Name68" ref="accentRepeat"/>
      </dgm:layoutNode>
      <dgm:layoutNode name="ParentBackground6">
        <dgm:alg type="sp"/>
        <dgm:shape xmlns:r="http://schemas.openxmlformats.org/officeDocument/2006/relationships" r:blip="">
          <dgm:adjLst/>
        </dgm:shape>
        <dgm:presOf/>
        <dgm:forEach name="Name69" ref="parentBackgroundRepeat"/>
      </dgm:layoutNode>
      <dgm:choose name="Name70">
        <dgm:if name="Name71" axis="ch" ptType="node" func="cnt" op="gte" val="1">
          <dgm:layoutNode name="Child6"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3" axis="ch" ptType="node" st="5" cnt="1">
      <dgm:layoutNode name="Accent5">
        <dgm:alg type="sp"/>
        <dgm:shape xmlns:r="http://schemas.openxmlformats.org/officeDocument/2006/relationships" r:blip="">
          <dgm:adjLst/>
        </dgm:shape>
        <dgm:presOf/>
        <dgm:constrLst/>
        <dgm:forEach name="Name74" ref="accentRepeat"/>
      </dgm:layoutNode>
      <dgm:layoutNode name="ParentBackground5">
        <dgm:alg type="sp"/>
        <dgm:shape xmlns:r="http://schemas.openxmlformats.org/officeDocument/2006/relationships" r:blip="">
          <dgm:adjLst/>
        </dgm:shape>
        <dgm:presOf/>
        <dgm:forEach name="Name75" ref="parentBackgroundRepeat"/>
      </dgm:layoutNode>
      <dgm:choose name="Name76">
        <dgm:if name="Name77" axis="ch" ptType="node" func="cnt" op="gte" val="1">
          <dgm:layoutNode name="Child5"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8"/>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9" axis="ch" ptType="node" st="4" cnt="1">
      <dgm:layoutNode name="Accent4">
        <dgm:alg type="sp"/>
        <dgm:shape xmlns:r="http://schemas.openxmlformats.org/officeDocument/2006/relationships" r:blip="">
          <dgm:adjLst/>
        </dgm:shape>
        <dgm:presOf/>
        <dgm:constrLst/>
        <dgm:forEach name="Name80" ref="accentRepeat"/>
      </dgm:layoutNode>
      <dgm:layoutNode name="ParentBackground4">
        <dgm:alg type="sp"/>
        <dgm:shape xmlns:r="http://schemas.openxmlformats.org/officeDocument/2006/relationships" r:blip="">
          <dgm:adjLst/>
        </dgm:shape>
        <dgm:presOf/>
        <dgm:forEach name="Name81" ref="parentBackgroundRepeat"/>
      </dgm:layoutNode>
      <dgm:choose name="Name82">
        <dgm:if name="Name83" axis="ch" ptType="node" func="cnt" op="gte" val="1">
          <dgm:layoutNode name="Child4"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layoutNode name="ParentBackground3">
        <dgm:alg type="sp"/>
        <dgm:shape xmlns:r="http://schemas.openxmlformats.org/officeDocument/2006/relationships" r:blip="">
          <dgm:adjLst/>
        </dgm:shape>
        <dgm:presOf/>
        <dgm:forEach name="Name87" ref="parentBackgroundRepeat"/>
      </dgm:layoutNode>
      <dgm:choose name="Name88">
        <dgm:if name="Name89" axis="ch" ptType="node" func="cnt" op="gte" val="1">
          <dgm:layoutNode name="Child3"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0"/>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1" axis="ch" ptType="node" st="2" cnt="1">
      <dgm:layoutNode name="Accent2">
        <dgm:alg type="sp"/>
        <dgm:shape xmlns:r="http://schemas.openxmlformats.org/officeDocument/2006/relationships" r:blip="">
          <dgm:adjLst/>
        </dgm:shape>
        <dgm:presOf/>
        <dgm:constrLst/>
        <dgm:forEach name="Name92" ref="accentRepeat"/>
      </dgm:layoutNode>
      <dgm:layoutNode name="ParentBackground2" styleLbl="fgAcc1">
        <dgm:alg type="sp"/>
        <dgm:shape xmlns:r="http://schemas.openxmlformats.org/officeDocument/2006/relationships" r:blip="">
          <dgm:adjLst/>
        </dgm:shape>
        <dgm:presOf/>
        <dgm:forEach name="Name93" ref="parentBackgroundRepeat"/>
      </dgm:layoutNode>
      <dgm:choose name="Name94">
        <dgm:if name="Name95" axis="ch" ptType="node" func="cnt" op="gte" val="1">
          <dgm:layoutNode name="Child2"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6"/>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7" axis="ch" ptType="node" cnt="1">
      <dgm:layoutNode name="Accent1">
        <dgm:alg type="sp"/>
        <dgm:shape xmlns:r="http://schemas.openxmlformats.org/officeDocument/2006/relationships" r:blip="">
          <dgm:adjLst/>
        </dgm:shape>
        <dgm:presOf/>
        <dgm:constrLst/>
        <dgm:forEach name="Name98" ref="accentRepeat"/>
      </dgm:layoutNode>
      <dgm:layoutNode name="ParentBackground1">
        <dgm:alg type="sp"/>
        <dgm:shape xmlns:r="http://schemas.openxmlformats.org/officeDocument/2006/relationships" r:blip="">
          <dgm:adjLst/>
        </dgm:shape>
        <dgm:presOf/>
        <dgm:forEach name="Name99" ref="parentBackgroundRepeat"/>
      </dgm:layoutNode>
      <dgm:choose name="Name100">
        <dgm:if name="Name101" axis="ch" ptType="node" func="cnt" op="gte" val="1">
          <dgm:layoutNode name="Child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2"/>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81" name="Shape 2"/>
        <p:cNvGrpSpPr/>
        <p:nvPr/>
      </p:nvGrpSpPr>
      <p:grpSpPr>
        <a:xfrm>
          <a:off x="0" y="0"/>
          <a:ext cx="0" cy="0"/>
          <a:chOff x="0" y="0"/>
          <a:chExt cx="0" cy="0"/>
        </a:xfrm>
      </p:grpSpPr>
      <p:sp>
        <p:nvSpPr>
          <p:cNvPr id="1048682" name="Google Shape;3;n"/>
          <p:cNvSpPr>
            <a:spLocks noChangeAspect="1" noRot="1" noGrp="1"/>
          </p:cNvSpPr>
          <p:nvPr>
            <p:ph type="sldImg" idx="2"/>
          </p:nvPr>
        </p:nvSpPr>
        <p:spPr>
          <a:xfrm>
            <a:off x="381300" y="685800"/>
            <a:ext cx="6096075" cy="3429000"/>
          </a:xfrm>
          <a:custGeom>
            <a:avLst/>
            <a:ah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48683" name="Google Shape;4;n"/>
          <p:cNvSpPr txBox="1">
            <a:spLocks noGrp="1"/>
          </p:cNvSpPr>
          <p:nvPr>
            <p:ph type="body" idx="1"/>
          </p:nvPr>
        </p:nvSpPr>
        <p:spPr>
          <a:xfrm>
            <a:off x="685800" y="4343400"/>
            <a:ext cx="5486400" cy="4114800"/>
          </a:xfrm>
          <a:prstGeom prst="rect"/>
          <a:noFill/>
          <a:ln>
            <a:noFill/>
          </a:ln>
        </p:spPr>
        <p:txBody>
          <a:bodyPr anchor="t" anchorCtr="0" bIns="91425" lIns="91425" rIns="91425" spcFirstLastPara="1" tIns="91425" wrap="square">
            <a:noAutofit/>
          </a:bodyPr>
          <a:lstStyle>
            <a:lvl1pPr algn="l" indent="-298450" lvl="0" marL="457200" marR="0" rtl="0">
              <a:lnSpc>
                <a:spcPct val="100000"/>
              </a:lnSpc>
              <a:spcBef>
                <a:spcPts val="0"/>
              </a:spcBef>
              <a:spcAft>
                <a:spcPts val="0"/>
              </a:spcAft>
              <a:buClr>
                <a:srgbClr val="000000"/>
              </a:buClr>
              <a:buSzPts val="1100"/>
              <a:buFont typeface="Arial"/>
              <a:buChar char="●"/>
              <a:defRPr b="0" cap="none" sz="1100" i="0" strike="noStrike" u="none">
                <a:solidFill>
                  <a:srgbClr val="000000"/>
                </a:solidFill>
                <a:latin typeface="Arial"/>
                <a:ea typeface="Arial"/>
                <a:cs typeface="Arial"/>
                <a:sym typeface="Arial"/>
              </a:defRPr>
            </a:lvl1pPr>
            <a:lvl2pPr algn="l" indent="-298450" lvl="1" marL="914400" marR="0" rtl="0">
              <a:lnSpc>
                <a:spcPct val="100000"/>
              </a:lnSpc>
              <a:spcBef>
                <a:spcPts val="0"/>
              </a:spcBef>
              <a:spcAft>
                <a:spcPts val="0"/>
              </a:spcAft>
              <a:buClr>
                <a:srgbClr val="000000"/>
              </a:buClr>
              <a:buSzPts val="1100"/>
              <a:buFont typeface="Arial"/>
              <a:buChar char="○"/>
              <a:defRPr b="0" cap="none" sz="1100" i="0" strike="noStrike" u="none">
                <a:solidFill>
                  <a:srgbClr val="000000"/>
                </a:solidFill>
                <a:latin typeface="Arial"/>
                <a:ea typeface="Arial"/>
                <a:cs typeface="Arial"/>
                <a:sym typeface="Arial"/>
              </a:defRPr>
            </a:lvl2pPr>
            <a:lvl3pPr algn="l" indent="-298450" lvl="2" marL="1371600" marR="0" rtl="0">
              <a:lnSpc>
                <a:spcPct val="100000"/>
              </a:lnSpc>
              <a:spcBef>
                <a:spcPts val="0"/>
              </a:spcBef>
              <a:spcAft>
                <a:spcPts val="0"/>
              </a:spcAft>
              <a:buClr>
                <a:srgbClr val="000000"/>
              </a:buClr>
              <a:buSzPts val="1100"/>
              <a:buFont typeface="Arial"/>
              <a:buChar char="■"/>
              <a:defRPr b="0" cap="none" sz="1100" i="0" strike="noStrike" u="none">
                <a:solidFill>
                  <a:srgbClr val="000000"/>
                </a:solidFill>
                <a:latin typeface="Arial"/>
                <a:ea typeface="Arial"/>
                <a:cs typeface="Arial"/>
                <a:sym typeface="Arial"/>
              </a:defRPr>
            </a:lvl3pPr>
            <a:lvl4pPr algn="l" indent="-298450" lvl="3" marL="1828800" marR="0" rtl="0">
              <a:lnSpc>
                <a:spcPct val="100000"/>
              </a:lnSpc>
              <a:spcBef>
                <a:spcPts val="0"/>
              </a:spcBef>
              <a:spcAft>
                <a:spcPts val="0"/>
              </a:spcAft>
              <a:buClr>
                <a:srgbClr val="000000"/>
              </a:buClr>
              <a:buSzPts val="1100"/>
              <a:buFont typeface="Arial"/>
              <a:buChar char="●"/>
              <a:defRPr b="0" cap="none" sz="1100" i="0" strike="noStrike" u="none">
                <a:solidFill>
                  <a:srgbClr val="000000"/>
                </a:solidFill>
                <a:latin typeface="Arial"/>
                <a:ea typeface="Arial"/>
                <a:cs typeface="Arial"/>
                <a:sym typeface="Arial"/>
              </a:defRPr>
            </a:lvl4pPr>
            <a:lvl5pPr algn="l" indent="-298450" lvl="4" marL="2286000" marR="0" rtl="0">
              <a:lnSpc>
                <a:spcPct val="100000"/>
              </a:lnSpc>
              <a:spcBef>
                <a:spcPts val="0"/>
              </a:spcBef>
              <a:spcAft>
                <a:spcPts val="0"/>
              </a:spcAft>
              <a:buClr>
                <a:srgbClr val="000000"/>
              </a:buClr>
              <a:buSzPts val="1100"/>
              <a:buFont typeface="Arial"/>
              <a:buChar char="○"/>
              <a:defRPr b="0" cap="none" sz="1100" i="0" strike="noStrike" u="none">
                <a:solidFill>
                  <a:srgbClr val="000000"/>
                </a:solidFill>
                <a:latin typeface="Arial"/>
                <a:ea typeface="Arial"/>
                <a:cs typeface="Arial"/>
                <a:sym typeface="Arial"/>
              </a:defRPr>
            </a:lvl5pPr>
            <a:lvl6pPr algn="l" indent="-298450" lvl="5" marL="2743200" marR="0" rtl="0">
              <a:lnSpc>
                <a:spcPct val="100000"/>
              </a:lnSpc>
              <a:spcBef>
                <a:spcPts val="0"/>
              </a:spcBef>
              <a:spcAft>
                <a:spcPts val="0"/>
              </a:spcAft>
              <a:buClr>
                <a:srgbClr val="000000"/>
              </a:buClr>
              <a:buSzPts val="1100"/>
              <a:buFont typeface="Arial"/>
              <a:buChar char="■"/>
              <a:defRPr b="0" cap="none" sz="1100" i="0" strike="noStrike" u="none">
                <a:solidFill>
                  <a:srgbClr val="000000"/>
                </a:solidFill>
                <a:latin typeface="Arial"/>
                <a:ea typeface="Arial"/>
                <a:cs typeface="Arial"/>
                <a:sym typeface="Arial"/>
              </a:defRPr>
            </a:lvl6pPr>
            <a:lvl7pPr algn="l" indent="-298450" lvl="6" marL="3200400" marR="0" rtl="0">
              <a:lnSpc>
                <a:spcPct val="100000"/>
              </a:lnSpc>
              <a:spcBef>
                <a:spcPts val="0"/>
              </a:spcBef>
              <a:spcAft>
                <a:spcPts val="0"/>
              </a:spcAft>
              <a:buClr>
                <a:srgbClr val="000000"/>
              </a:buClr>
              <a:buSzPts val="1100"/>
              <a:buFont typeface="Arial"/>
              <a:buChar char="●"/>
              <a:defRPr b="0" cap="none" sz="1100" i="0" strike="noStrike" u="none">
                <a:solidFill>
                  <a:srgbClr val="000000"/>
                </a:solidFill>
                <a:latin typeface="Arial"/>
                <a:ea typeface="Arial"/>
                <a:cs typeface="Arial"/>
                <a:sym typeface="Arial"/>
              </a:defRPr>
            </a:lvl7pPr>
            <a:lvl8pPr algn="l" indent="-298450" lvl="7" marL="3657600" marR="0" rtl="0">
              <a:lnSpc>
                <a:spcPct val="100000"/>
              </a:lnSpc>
              <a:spcBef>
                <a:spcPts val="0"/>
              </a:spcBef>
              <a:spcAft>
                <a:spcPts val="0"/>
              </a:spcAft>
              <a:buClr>
                <a:srgbClr val="000000"/>
              </a:buClr>
              <a:buSzPts val="1100"/>
              <a:buFont typeface="Arial"/>
              <a:buChar char="○"/>
              <a:defRPr b="0" cap="none" sz="1100" i="0" strike="noStrike" u="none">
                <a:solidFill>
                  <a:srgbClr val="000000"/>
                </a:solidFill>
                <a:latin typeface="Arial"/>
                <a:ea typeface="Arial"/>
                <a:cs typeface="Arial"/>
                <a:sym typeface="Arial"/>
              </a:defRPr>
            </a:lvl8pPr>
            <a:lvl9pPr algn="l" indent="-298450" lvl="8" marL="4114800" marR="0" rtl="0">
              <a:lnSpc>
                <a:spcPct val="100000"/>
              </a:lnSpc>
              <a:spcBef>
                <a:spcPts val="0"/>
              </a:spcBef>
              <a:spcAft>
                <a:spcPts val="0"/>
              </a:spcAft>
              <a:buClr>
                <a:srgbClr val="000000"/>
              </a:buClr>
              <a:buSzPts val="1100"/>
              <a:buFont typeface="Arial"/>
              <a:buChar char="■"/>
              <a:defRPr b="0" cap="none" sz="1100" i="0" strike="noStrike" u="non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hlink="hlink" folHlink="folHlink"/>
  <p:notes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27" name=""/>
        <p:cNvGrpSpPr/>
        <p:nvPr/>
      </p:nvGrpSpPr>
      <p:grpSpPr>
        <a:xfrm>
          <a:off x="0" y="0"/>
          <a:ext cx="0" cy="0"/>
          <a:chOff x="0" y="0"/>
          <a:chExt cx="0" cy="0"/>
        </a:xfrm>
      </p:grpSpPr>
      <p:sp>
        <p:nvSpPr>
          <p:cNvPr id="1048597" name="Slide Image Placeholder 1"/>
          <p:cNvSpPr>
            <a:spLocks noChangeAspect="1" noRot="1" noGrp="1"/>
          </p:cNvSpPr>
          <p:nvPr>
            <p:ph type="sldImg"/>
          </p:nvPr>
        </p:nvSpPr>
        <p:spPr>
          <a:xfrm>
            <a:off x="533400" y="763588"/>
            <a:ext cx="6704013" cy="3771900"/>
          </a:xfrm>
        </p:spPr>
      </p:sp>
      <p:sp>
        <p:nvSpPr>
          <p:cNvPr id="1048598" name="Notes Placeholder 2"/>
          <p:cNvSpPr>
            <a:spLocks noGrp="1"/>
          </p:cNvSpPr>
          <p:nvPr>
            <p:ph type="body" idx="1"/>
          </p:nvPr>
        </p:nvSpPr>
        <p:spPr/>
        <p:txBody>
          <a:bodyPr/>
          <a:p>
            <a:pPr indent="0" marL="158750">
              <a:buNone/>
            </a:pPr>
            <a:endParaRPr b="1" lang="en-US"/>
          </a:p>
        </p:txBody>
      </p:sp>
      <p:sp>
        <p:nvSpPr>
          <p:cNvPr id="1048599" name="Slide Number Placeholder 3"/>
          <p:cNvSpPr>
            <a:spLocks noGrp="1"/>
          </p:cNvSpPr>
          <p:nvPr>
            <p:ph type="sldNum"/>
          </p:nvPr>
        </p:nvSpPr>
        <p:spPr/>
        <p:txBody>
          <a:bodyPr/>
          <a:p>
            <a:pPr algn="r"/>
            <a:fld id="{023E65BA-FB28-47C4-A217-44F00343302E}" type="slidenum">
              <a:rPr b="0" sz="1400" lang="en-US" spc="-1" strike="noStrike">
                <a:latin typeface="Times New Roman"/>
              </a:rPr>
              <a:t>1</a:t>
            </a:fld>
            <a:endParaRPr b="0" sz="1400" lang="en-US" spc="-1" strike="noStrike">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39" name="Shape 57"/>
        <p:cNvGrpSpPr/>
        <p:nvPr/>
      </p:nvGrpSpPr>
      <p:grpSpPr>
        <a:xfrm>
          <a:off x="0" y="0"/>
          <a:ext cx="0" cy="0"/>
          <a:chOff x="0" y="0"/>
          <a:chExt cx="0" cy="0"/>
        </a:xfrm>
      </p:grpSpPr>
      <p:sp>
        <p:nvSpPr>
          <p:cNvPr id="1048606" name="Google Shape;58;g5fab984687_2_0:notes"/>
          <p:cNvSpPr txBox="1">
            <a:spLocks noGrp="1"/>
          </p:cNvSpPr>
          <p:nvPr>
            <p:ph type="body" idx="1"/>
          </p:nvPr>
        </p:nvSpPr>
        <p:spPr>
          <a:xfrm>
            <a:off x="685800" y="4343400"/>
            <a:ext cx="5486400" cy="4114800"/>
          </a:xfrm>
          <a:prstGeom prst="rect"/>
          <a:noFill/>
          <a:ln>
            <a:noFill/>
          </a:ln>
        </p:spPr>
        <p:txBody>
          <a:bodyPr anchor="t" anchorCtr="0" bIns="91425" lIns="91425" rIns="91425" spcFirstLastPara="1" tIns="91425" wrap="square">
            <a:noAutofit/>
          </a:bodyPr>
          <a:p>
            <a:pPr algn="l" lvl="0">
              <a:lnSpc>
                <a:spcPct val="100000"/>
              </a:lnSpc>
              <a:spcBef>
                <a:spcPts val="0"/>
              </a:spcBef>
              <a:spcAft>
                <a:spcPts val="0"/>
              </a:spcAft>
              <a:buSzPts val="1100"/>
              <a:buNone/>
            </a:pPr>
            <a:endParaRPr b="1" lang="en"/>
          </a:p>
        </p:txBody>
      </p:sp>
      <p:sp>
        <p:nvSpPr>
          <p:cNvPr id="1048607" name="Google Shape;59;g5fab984687_2_0: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43" name="Shape 57"/>
        <p:cNvGrpSpPr/>
        <p:nvPr/>
      </p:nvGrpSpPr>
      <p:grpSpPr>
        <a:xfrm>
          <a:off x="0" y="0"/>
          <a:ext cx="0" cy="0"/>
          <a:chOff x="0" y="0"/>
          <a:chExt cx="0" cy="0"/>
        </a:xfrm>
      </p:grpSpPr>
      <p:sp>
        <p:nvSpPr>
          <p:cNvPr id="1048612" name="Google Shape;58;g5fab984687_2_0:notes"/>
          <p:cNvSpPr txBox="1">
            <a:spLocks noGrp="1"/>
          </p:cNvSpPr>
          <p:nvPr>
            <p:ph type="body" idx="1"/>
          </p:nvPr>
        </p:nvSpPr>
        <p:spPr>
          <a:xfrm>
            <a:off x="685800" y="4343400"/>
            <a:ext cx="5486400" cy="4114800"/>
          </a:xfrm>
          <a:prstGeom prst="rect"/>
          <a:noFill/>
          <a:ln>
            <a:noFill/>
          </a:ln>
        </p:spPr>
        <p:txBody>
          <a:bodyPr anchor="t" anchorCtr="0" bIns="91425" lIns="91425" rIns="91425" spcFirstLastPara="1" tIns="91425" wrap="square">
            <a:noAutofit/>
          </a:bodyPr>
          <a:p>
            <a:pPr indent="0" marL="0">
              <a:buNone/>
            </a:pPr>
            <a:endParaRPr b="1" lang="en-US"/>
          </a:p>
        </p:txBody>
      </p:sp>
      <p:sp>
        <p:nvSpPr>
          <p:cNvPr id="1048613" name="Google Shape;59;g5fab984687_2_0: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46" name="Shape 57"/>
        <p:cNvGrpSpPr/>
        <p:nvPr/>
      </p:nvGrpSpPr>
      <p:grpSpPr>
        <a:xfrm>
          <a:off x="0" y="0"/>
          <a:ext cx="0" cy="0"/>
          <a:chOff x="0" y="0"/>
          <a:chExt cx="0" cy="0"/>
        </a:xfrm>
      </p:grpSpPr>
      <p:sp>
        <p:nvSpPr>
          <p:cNvPr id="1048616" name="Google Shape;58;g5fab984687_2_0:notes"/>
          <p:cNvSpPr txBox="1">
            <a:spLocks noGrp="1"/>
          </p:cNvSpPr>
          <p:nvPr>
            <p:ph type="body" idx="1"/>
          </p:nvPr>
        </p:nvSpPr>
        <p:spPr>
          <a:xfrm>
            <a:off x="685800" y="4343400"/>
            <a:ext cx="5486400" cy="4114800"/>
          </a:xfrm>
          <a:prstGeom prst="rect"/>
          <a:noFill/>
          <a:ln>
            <a:noFill/>
          </a:ln>
        </p:spPr>
        <p:txBody>
          <a:bodyPr anchor="t" anchorCtr="0" bIns="91425" lIns="91425" rIns="91425" spcFirstLastPara="1" tIns="91425" wrap="square">
            <a:noAutofit/>
          </a:bodyPr>
          <a:p>
            <a:pPr indent="0" marL="0">
              <a:buNone/>
            </a:pPr>
            <a:endParaRPr b="1" lang="en-US"/>
          </a:p>
        </p:txBody>
      </p:sp>
      <p:sp>
        <p:nvSpPr>
          <p:cNvPr id="1048617" name="Google Shape;59;g5fab984687_2_0: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49" name="Shape 57"/>
        <p:cNvGrpSpPr/>
        <p:nvPr/>
      </p:nvGrpSpPr>
      <p:grpSpPr>
        <a:xfrm>
          <a:off x="0" y="0"/>
          <a:ext cx="0" cy="0"/>
          <a:chOff x="0" y="0"/>
          <a:chExt cx="0" cy="0"/>
        </a:xfrm>
      </p:grpSpPr>
      <p:sp>
        <p:nvSpPr>
          <p:cNvPr id="1048620" name="Google Shape;58;g5fab984687_2_0:notes"/>
          <p:cNvSpPr txBox="1">
            <a:spLocks noGrp="1"/>
          </p:cNvSpPr>
          <p:nvPr>
            <p:ph type="body" idx="1"/>
          </p:nvPr>
        </p:nvSpPr>
        <p:spPr>
          <a:xfrm>
            <a:off x="685800" y="4343400"/>
            <a:ext cx="5486400" cy="4114800"/>
          </a:xfrm>
          <a:prstGeom prst="rect"/>
          <a:noFill/>
          <a:ln>
            <a:noFill/>
          </a:ln>
        </p:spPr>
        <p:txBody>
          <a:bodyPr anchor="t" anchorCtr="0" bIns="91425" lIns="91425" rIns="91425" spcFirstLastPara="1" tIns="91425" wrap="square">
            <a:noAutofit/>
          </a:bodyPr>
          <a:p>
            <a:pPr indent="0" marL="0">
              <a:buNone/>
            </a:pPr>
            <a:endParaRPr b="1" lang="en-US"/>
          </a:p>
        </p:txBody>
      </p:sp>
      <p:sp>
        <p:nvSpPr>
          <p:cNvPr id="1048621" name="Google Shape;59;g5fab984687_2_0: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52" name="Shape 57"/>
        <p:cNvGrpSpPr/>
        <p:nvPr/>
      </p:nvGrpSpPr>
      <p:grpSpPr>
        <a:xfrm>
          <a:off x="0" y="0"/>
          <a:ext cx="0" cy="0"/>
          <a:chOff x="0" y="0"/>
          <a:chExt cx="0" cy="0"/>
        </a:xfrm>
      </p:grpSpPr>
      <p:sp>
        <p:nvSpPr>
          <p:cNvPr id="1048625" name="Google Shape;58;g5fab984687_2_0:notes"/>
          <p:cNvSpPr txBox="1">
            <a:spLocks noGrp="1"/>
          </p:cNvSpPr>
          <p:nvPr>
            <p:ph type="body" idx="1"/>
          </p:nvPr>
        </p:nvSpPr>
        <p:spPr>
          <a:xfrm>
            <a:off x="685800" y="4343400"/>
            <a:ext cx="5486400" cy="4114800"/>
          </a:xfrm>
          <a:prstGeom prst="rect"/>
          <a:noFill/>
          <a:ln>
            <a:noFill/>
          </a:ln>
        </p:spPr>
        <p:txBody>
          <a:bodyPr anchor="t" anchorCtr="0" bIns="91425" lIns="91425" rIns="91425" spcFirstLastPara="1" tIns="91425" wrap="square">
            <a:noAutofit/>
          </a:bodyPr>
          <a:p>
            <a:pPr indent="0" marL="0">
              <a:buNone/>
            </a:pPr>
            <a:endParaRPr b="1" lang="en-US"/>
          </a:p>
        </p:txBody>
      </p:sp>
      <p:sp>
        <p:nvSpPr>
          <p:cNvPr id="1048626" name="Google Shape;59;g5fab984687_2_0: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57" name="Shape 57"/>
        <p:cNvGrpSpPr/>
        <p:nvPr/>
      </p:nvGrpSpPr>
      <p:grpSpPr>
        <a:xfrm>
          <a:off x="0" y="0"/>
          <a:ext cx="0" cy="0"/>
          <a:chOff x="0" y="0"/>
          <a:chExt cx="0" cy="0"/>
        </a:xfrm>
      </p:grpSpPr>
      <p:sp>
        <p:nvSpPr>
          <p:cNvPr id="1048638" name="Google Shape;58;g5fab984687_2_0:notes"/>
          <p:cNvSpPr txBox="1">
            <a:spLocks noGrp="1"/>
          </p:cNvSpPr>
          <p:nvPr>
            <p:ph type="body" idx="1"/>
          </p:nvPr>
        </p:nvSpPr>
        <p:spPr>
          <a:xfrm>
            <a:off x="685800" y="4343400"/>
            <a:ext cx="5486400" cy="4114800"/>
          </a:xfrm>
          <a:prstGeom prst="rect"/>
          <a:noFill/>
          <a:ln>
            <a:noFill/>
          </a:ln>
        </p:spPr>
        <p:txBody>
          <a:bodyPr anchor="t" anchorCtr="0" bIns="91425" lIns="91425" rIns="91425" spcFirstLastPara="1" tIns="91425" wrap="square">
            <a:noAutofit/>
          </a:bodyPr>
          <a:p>
            <a:pPr indent="0" marL="0">
              <a:buNone/>
            </a:pPr>
            <a:endParaRPr b="1" lang="en-US"/>
          </a:p>
        </p:txBody>
      </p:sp>
      <p:sp>
        <p:nvSpPr>
          <p:cNvPr id="1048639" name="Google Shape;59;g5fab984687_2_0: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60" name="Shape 57"/>
        <p:cNvGrpSpPr/>
        <p:nvPr/>
      </p:nvGrpSpPr>
      <p:grpSpPr>
        <a:xfrm>
          <a:off x="0" y="0"/>
          <a:ext cx="0" cy="0"/>
          <a:chOff x="0" y="0"/>
          <a:chExt cx="0" cy="0"/>
        </a:xfrm>
      </p:grpSpPr>
      <p:sp>
        <p:nvSpPr>
          <p:cNvPr id="1048642" name="Google Shape;58;g5fab984687_2_0:notes"/>
          <p:cNvSpPr txBox="1">
            <a:spLocks noGrp="1"/>
          </p:cNvSpPr>
          <p:nvPr>
            <p:ph type="body" idx="1"/>
          </p:nvPr>
        </p:nvSpPr>
        <p:spPr>
          <a:xfrm>
            <a:off x="685800" y="4343400"/>
            <a:ext cx="5486400" cy="4114800"/>
          </a:xfrm>
          <a:prstGeom prst="rect"/>
          <a:noFill/>
          <a:ln>
            <a:noFill/>
          </a:ln>
        </p:spPr>
        <p:txBody>
          <a:bodyPr anchor="t" anchorCtr="0" bIns="91425" lIns="91425" rIns="91425" spcFirstLastPara="1" tIns="91425" wrap="square">
            <a:noAutofit/>
          </a:bodyPr>
          <a:p>
            <a:pPr indent="0" marL="0">
              <a:buNone/>
            </a:pPr>
            <a:endParaRPr b="1" lang="en-US"/>
          </a:p>
        </p:txBody>
      </p:sp>
      <p:sp>
        <p:nvSpPr>
          <p:cNvPr id="1048643" name="Google Shape;59;g5fab984687_2_0: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71" name="Shape 57"/>
        <p:cNvGrpSpPr/>
        <p:nvPr/>
      </p:nvGrpSpPr>
      <p:grpSpPr>
        <a:xfrm>
          <a:off x="0" y="0"/>
          <a:ext cx="0" cy="0"/>
          <a:chOff x="0" y="0"/>
          <a:chExt cx="0" cy="0"/>
        </a:xfrm>
      </p:grpSpPr>
      <p:sp>
        <p:nvSpPr>
          <p:cNvPr id="1048657" name="Google Shape;58;g5fab984687_2_0:notes"/>
          <p:cNvSpPr txBox="1">
            <a:spLocks noGrp="1"/>
          </p:cNvSpPr>
          <p:nvPr>
            <p:ph type="body" idx="1"/>
          </p:nvPr>
        </p:nvSpPr>
        <p:spPr>
          <a:xfrm>
            <a:off x="685800" y="4343400"/>
            <a:ext cx="5486400" cy="4114800"/>
          </a:xfrm>
          <a:prstGeom prst="rect"/>
          <a:noFill/>
          <a:ln>
            <a:noFill/>
          </a:ln>
        </p:spPr>
        <p:txBody>
          <a:bodyPr anchor="t" anchorCtr="0" bIns="91425" lIns="91425" rIns="91425" spcFirstLastPara="1" tIns="91425" wrap="square">
            <a:noAutofit/>
          </a:bodyPr>
          <a:p>
            <a:pPr indent="0" marL="0">
              <a:buNone/>
            </a:pPr>
            <a:endParaRPr b="1" lang="en-US"/>
          </a:p>
        </p:txBody>
      </p:sp>
      <p:sp>
        <p:nvSpPr>
          <p:cNvPr id="1048658" name="Google Shape;59;g5fab984687_2_0: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75" name=""/>
        <p:cNvGrpSpPr/>
        <p:nvPr/>
      </p:nvGrpSpPr>
      <p:grpSpPr>
        <a:xfrm>
          <a:off x="0" y="0"/>
          <a:ext cx="0" cy="0"/>
          <a:chOff x="0" y="0"/>
          <a:chExt cx="0" cy="0"/>
        </a:xfrm>
      </p:grpSpPr>
      <p:sp>
        <p:nvSpPr>
          <p:cNvPr id="1048665" name="Slide Image Placeholder 1"/>
          <p:cNvSpPr>
            <a:spLocks noChangeAspect="1" noRot="1" noGrp="1"/>
          </p:cNvSpPr>
          <p:nvPr>
            <p:ph type="sldImg"/>
          </p:nvPr>
        </p:nvSpPr>
        <p:spPr>
          <a:xfrm>
            <a:off x="381000" y="685800"/>
            <a:ext cx="6096000" cy="3429000"/>
          </a:xfrm>
        </p:spPr>
      </p:sp>
      <p:sp>
        <p:nvSpPr>
          <p:cNvPr id="1048666" name="Notes Placeholder 2"/>
          <p:cNvSpPr>
            <a:spLocks noGrp="1"/>
          </p:cNvSpPr>
          <p:nvPr>
            <p:ph type="body" idx="1"/>
          </p:nvPr>
        </p:nvSpPr>
        <p:spPr/>
        <p:txBody>
          <a:bodyPr/>
          <a:p>
            <a:pPr indent="0" marL="0">
              <a:buNone/>
            </a:pPr>
            <a:r>
              <a:rPr b="1" lang="en-US" spc="-5">
                <a:solidFill>
                  <a:srgbClr val="223366"/>
                </a:solidFill>
              </a:rPr>
              <a:t>Thank You !!</a:t>
            </a:r>
            <a:endParaRPr b="1" sz="1100" lang="en-US" spc="-5">
              <a:solidFill>
                <a:srgbClr val="223366"/>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userDrawn="1">
  <p:cSld name="TITLE_AND_BODY">
    <p:spTree>
      <p:nvGrpSpPr>
        <p:cNvPr id="36" name="Shape 13"/>
        <p:cNvGrpSpPr/>
        <p:nvPr/>
      </p:nvGrpSpPr>
      <p:grpSpPr>
        <a:xfrm>
          <a:off x="0" y="0"/>
          <a:ext cx="0" cy="0"/>
          <a:chOff x="0" y="0"/>
          <a:chExt cx="0" cy="0"/>
        </a:xfrm>
      </p:grpSpPr>
      <p:sp>
        <p:nvSpPr>
          <p:cNvPr id="1048600" name="Google Shape;16;p26"/>
          <p:cNvSpPr txBox="1">
            <a:spLocks noGrp="1"/>
          </p:cNvSpPr>
          <p:nvPr>
            <p:ph type="sldNum" idx="12"/>
          </p:nvPr>
        </p:nvSpPr>
        <p:spPr>
          <a:xfrm>
            <a:off x="8472458" y="4663217"/>
            <a:ext cx="548700" cy="393600"/>
          </a:xfrm>
          <a:prstGeom prst="rect"/>
          <a:noFill/>
          <a:ln>
            <a:noFill/>
          </a:ln>
        </p:spPr>
        <p:txBody>
          <a:bodyPr anchor="ctr" anchorCtr="0" bIns="91425" lIns="91425" rIns="91425" spcFirstLastPara="1" tIns="91425" wrap="square">
            <a:noAutofit/>
          </a:bodyPr>
          <a:lstStyle>
            <a:lvl1pPr algn="r" indent="0" lvl="0" marL="0" marR="0">
              <a:lnSpc>
                <a:spcPct val="100000"/>
              </a:lnSpc>
              <a:spcBef>
                <a:spcPts val="0"/>
              </a:spcBef>
              <a:spcAft>
                <a:spcPts val="0"/>
              </a:spcAft>
              <a:buClr>
                <a:srgbClr val="000000"/>
              </a:buClr>
              <a:buSzPts val="1000"/>
              <a:buFont typeface="Arial"/>
              <a:buNone/>
              <a:defRPr b="0" cap="none" sz="1000" i="0" strike="noStrike" u="none">
                <a:solidFill>
                  <a:schemeClr val="dk2"/>
                </a:solidFill>
                <a:latin typeface="Arial"/>
                <a:ea typeface="Arial"/>
                <a:cs typeface="Arial"/>
                <a:sym typeface="Arial"/>
              </a:defRPr>
            </a:lvl1pPr>
            <a:lvl2pPr algn="r" indent="0" lvl="1" marL="0" marR="0">
              <a:lnSpc>
                <a:spcPct val="100000"/>
              </a:lnSpc>
              <a:spcBef>
                <a:spcPts val="0"/>
              </a:spcBef>
              <a:spcAft>
                <a:spcPts val="0"/>
              </a:spcAft>
              <a:buClr>
                <a:srgbClr val="000000"/>
              </a:buClr>
              <a:buSzPts val="1000"/>
              <a:buFont typeface="Arial"/>
              <a:buNone/>
              <a:defRPr b="0" cap="none" sz="1000" i="0" strike="noStrike" u="none">
                <a:solidFill>
                  <a:schemeClr val="dk2"/>
                </a:solidFill>
                <a:latin typeface="Arial"/>
                <a:ea typeface="Arial"/>
                <a:cs typeface="Arial"/>
                <a:sym typeface="Arial"/>
              </a:defRPr>
            </a:lvl2pPr>
            <a:lvl3pPr algn="r" indent="0" lvl="2" marL="0" marR="0">
              <a:lnSpc>
                <a:spcPct val="100000"/>
              </a:lnSpc>
              <a:spcBef>
                <a:spcPts val="0"/>
              </a:spcBef>
              <a:spcAft>
                <a:spcPts val="0"/>
              </a:spcAft>
              <a:buClr>
                <a:srgbClr val="000000"/>
              </a:buClr>
              <a:buSzPts val="1000"/>
              <a:buFont typeface="Arial"/>
              <a:buNone/>
              <a:defRPr b="0" cap="none" sz="1000" i="0" strike="noStrike" u="none">
                <a:solidFill>
                  <a:schemeClr val="dk2"/>
                </a:solidFill>
                <a:latin typeface="Arial"/>
                <a:ea typeface="Arial"/>
                <a:cs typeface="Arial"/>
                <a:sym typeface="Arial"/>
              </a:defRPr>
            </a:lvl3pPr>
            <a:lvl4pPr algn="r" indent="0" lvl="3" marL="0" marR="0">
              <a:lnSpc>
                <a:spcPct val="100000"/>
              </a:lnSpc>
              <a:spcBef>
                <a:spcPts val="0"/>
              </a:spcBef>
              <a:spcAft>
                <a:spcPts val="0"/>
              </a:spcAft>
              <a:buClr>
                <a:srgbClr val="000000"/>
              </a:buClr>
              <a:buSzPts val="1000"/>
              <a:buFont typeface="Arial"/>
              <a:buNone/>
              <a:defRPr b="0" cap="none" sz="1000" i="0" strike="noStrike" u="none">
                <a:solidFill>
                  <a:schemeClr val="dk2"/>
                </a:solidFill>
                <a:latin typeface="Arial"/>
                <a:ea typeface="Arial"/>
                <a:cs typeface="Arial"/>
                <a:sym typeface="Arial"/>
              </a:defRPr>
            </a:lvl4pPr>
            <a:lvl5pPr algn="r" indent="0" lvl="4" marL="0" marR="0">
              <a:lnSpc>
                <a:spcPct val="100000"/>
              </a:lnSpc>
              <a:spcBef>
                <a:spcPts val="0"/>
              </a:spcBef>
              <a:spcAft>
                <a:spcPts val="0"/>
              </a:spcAft>
              <a:buClr>
                <a:srgbClr val="000000"/>
              </a:buClr>
              <a:buSzPts val="1000"/>
              <a:buFont typeface="Arial"/>
              <a:buNone/>
              <a:defRPr b="0" cap="none" sz="1000" i="0" strike="noStrike" u="none">
                <a:solidFill>
                  <a:schemeClr val="dk2"/>
                </a:solidFill>
                <a:latin typeface="Arial"/>
                <a:ea typeface="Arial"/>
                <a:cs typeface="Arial"/>
                <a:sym typeface="Arial"/>
              </a:defRPr>
            </a:lvl5pPr>
            <a:lvl6pPr algn="r" indent="0" lvl="5" marL="0" marR="0">
              <a:lnSpc>
                <a:spcPct val="100000"/>
              </a:lnSpc>
              <a:spcBef>
                <a:spcPts val="0"/>
              </a:spcBef>
              <a:spcAft>
                <a:spcPts val="0"/>
              </a:spcAft>
              <a:buClr>
                <a:srgbClr val="000000"/>
              </a:buClr>
              <a:buSzPts val="1000"/>
              <a:buFont typeface="Arial"/>
              <a:buNone/>
              <a:defRPr b="0" cap="none" sz="1000" i="0" strike="noStrike" u="none">
                <a:solidFill>
                  <a:schemeClr val="dk2"/>
                </a:solidFill>
                <a:latin typeface="Arial"/>
                <a:ea typeface="Arial"/>
                <a:cs typeface="Arial"/>
                <a:sym typeface="Arial"/>
              </a:defRPr>
            </a:lvl6pPr>
            <a:lvl7pPr algn="r" indent="0" lvl="6" marL="0" marR="0">
              <a:lnSpc>
                <a:spcPct val="100000"/>
              </a:lnSpc>
              <a:spcBef>
                <a:spcPts val="0"/>
              </a:spcBef>
              <a:spcAft>
                <a:spcPts val="0"/>
              </a:spcAft>
              <a:buClr>
                <a:srgbClr val="000000"/>
              </a:buClr>
              <a:buSzPts val="1000"/>
              <a:buFont typeface="Arial"/>
              <a:buNone/>
              <a:defRPr b="0" cap="none" sz="1000" i="0" strike="noStrike" u="none">
                <a:solidFill>
                  <a:schemeClr val="dk2"/>
                </a:solidFill>
                <a:latin typeface="Arial"/>
                <a:ea typeface="Arial"/>
                <a:cs typeface="Arial"/>
                <a:sym typeface="Arial"/>
              </a:defRPr>
            </a:lvl7pPr>
            <a:lvl8pPr algn="r" indent="0" lvl="7" marL="0" marR="0">
              <a:lnSpc>
                <a:spcPct val="100000"/>
              </a:lnSpc>
              <a:spcBef>
                <a:spcPts val="0"/>
              </a:spcBef>
              <a:spcAft>
                <a:spcPts val="0"/>
              </a:spcAft>
              <a:buClr>
                <a:srgbClr val="000000"/>
              </a:buClr>
              <a:buSzPts val="1000"/>
              <a:buFont typeface="Arial"/>
              <a:buNone/>
              <a:defRPr b="0" cap="none" sz="1000" i="0" strike="noStrike" u="none">
                <a:solidFill>
                  <a:schemeClr val="dk2"/>
                </a:solidFill>
                <a:latin typeface="Arial"/>
                <a:ea typeface="Arial"/>
                <a:cs typeface="Arial"/>
                <a:sym typeface="Arial"/>
              </a:defRPr>
            </a:lvl8pPr>
            <a:lvl9pPr algn="r" indent="0" lvl="8" marL="0" marR="0">
              <a:lnSpc>
                <a:spcPct val="100000"/>
              </a:lnSpc>
              <a:spcBef>
                <a:spcPts val="0"/>
              </a:spcBef>
              <a:spcAft>
                <a:spcPts val="0"/>
              </a:spcAft>
              <a:buClr>
                <a:srgbClr val="000000"/>
              </a:buClr>
              <a:buSzPts val="1000"/>
              <a:buFont typeface="Arial"/>
              <a:buNone/>
              <a:defRPr b="0" cap="none" sz="1000" i="0" strike="noStrike" u="none">
                <a:solidFill>
                  <a:schemeClr val="dk2"/>
                </a:solidFill>
                <a:latin typeface="Arial"/>
                <a:ea typeface="Arial"/>
                <a:cs typeface="Arial"/>
                <a:sym typeface="Arial"/>
              </a:defRPr>
            </a:lvl9pPr>
          </a:lstStyle>
          <a:p>
            <a:pPr algn="r" indent="0" lvl="0" marL="0" rtl="0">
              <a:spcBef>
                <a:spcPts val="0"/>
              </a:spcBef>
              <a:spcAft>
                <a:spcPts val="0"/>
              </a:spcAft>
              <a:buNone/>
            </a:pPr>
            <a:fld id="{00000000-1234-1234-1234-123412341234}" type="slidenum">
              <a:rPr lang="en"/>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61" name="Shape 28"/>
        <p:cNvGrpSpPr/>
        <p:nvPr/>
      </p:nvGrpSpPr>
      <p:grpSpPr>
        <a:xfrm>
          <a:off x="0" y="0"/>
          <a:ext cx="0" cy="0"/>
          <a:chOff x="0" y="0"/>
          <a:chExt cx="0" cy="0"/>
        </a:xfrm>
      </p:grpSpPr>
      <p:sp>
        <p:nvSpPr>
          <p:cNvPr id="1048644" name="Google Shape;29;p30"/>
          <p:cNvSpPr txBox="1">
            <a:spLocks noGrp="1"/>
          </p:cNvSpPr>
          <p:nvPr>
            <p:ph type="title"/>
          </p:nvPr>
        </p:nvSpPr>
        <p:spPr>
          <a:xfrm>
            <a:off x="311700" y="555600"/>
            <a:ext cx="2808000" cy="755700"/>
          </a:xfrm>
          <a:prstGeom prst="rect"/>
          <a:noFill/>
          <a:ln>
            <a:noFill/>
          </a:ln>
        </p:spPr>
        <p:txBody>
          <a:bodyPr anchor="b" anchorCtr="0" bIns="91425" lIns="91425" rIns="91425" spcFirstLastPara="1" tIns="91425" wrap="square">
            <a:noAutofit/>
          </a:bodyPr>
          <a:lstStyle>
            <a:lvl1pPr algn="l" lvl="0">
              <a:lnSpc>
                <a:spcPct val="100000"/>
              </a:lnSpc>
              <a:spcBef>
                <a:spcPts val="0"/>
              </a:spcBef>
              <a:spcAft>
                <a:spcPts val="0"/>
              </a:spcAft>
              <a:buSzPts val="2400"/>
              <a:buNone/>
              <a:defRPr sz="2400"/>
            </a:lvl1pPr>
            <a:lvl2pPr algn="l" lvl="1">
              <a:lnSpc>
                <a:spcPct val="100000"/>
              </a:lnSpc>
              <a:spcBef>
                <a:spcPts val="0"/>
              </a:spcBef>
              <a:spcAft>
                <a:spcPts val="0"/>
              </a:spcAft>
              <a:buSzPts val="2400"/>
              <a:buNone/>
              <a:defRPr sz="2400"/>
            </a:lvl2pPr>
            <a:lvl3pPr algn="l" lvl="2">
              <a:lnSpc>
                <a:spcPct val="100000"/>
              </a:lnSpc>
              <a:spcBef>
                <a:spcPts val="0"/>
              </a:spcBef>
              <a:spcAft>
                <a:spcPts val="0"/>
              </a:spcAft>
              <a:buSzPts val="2400"/>
              <a:buNone/>
              <a:defRPr sz="2400"/>
            </a:lvl3pPr>
            <a:lvl4pPr algn="l" lvl="3">
              <a:lnSpc>
                <a:spcPct val="100000"/>
              </a:lnSpc>
              <a:spcBef>
                <a:spcPts val="0"/>
              </a:spcBef>
              <a:spcAft>
                <a:spcPts val="0"/>
              </a:spcAft>
              <a:buSzPts val="2400"/>
              <a:buNone/>
              <a:defRPr sz="2400"/>
            </a:lvl4pPr>
            <a:lvl5pPr algn="l" lvl="4">
              <a:lnSpc>
                <a:spcPct val="100000"/>
              </a:lnSpc>
              <a:spcBef>
                <a:spcPts val="0"/>
              </a:spcBef>
              <a:spcAft>
                <a:spcPts val="0"/>
              </a:spcAft>
              <a:buSzPts val="2400"/>
              <a:buNone/>
              <a:defRPr sz="2400"/>
            </a:lvl5pPr>
            <a:lvl6pPr algn="l" lvl="5">
              <a:lnSpc>
                <a:spcPct val="100000"/>
              </a:lnSpc>
              <a:spcBef>
                <a:spcPts val="0"/>
              </a:spcBef>
              <a:spcAft>
                <a:spcPts val="0"/>
              </a:spcAft>
              <a:buSzPts val="2400"/>
              <a:buNone/>
              <a:defRPr sz="2400"/>
            </a:lvl6pPr>
            <a:lvl7pPr algn="l" lvl="6">
              <a:lnSpc>
                <a:spcPct val="100000"/>
              </a:lnSpc>
              <a:spcBef>
                <a:spcPts val="0"/>
              </a:spcBef>
              <a:spcAft>
                <a:spcPts val="0"/>
              </a:spcAft>
              <a:buSzPts val="2400"/>
              <a:buNone/>
              <a:defRPr sz="2400"/>
            </a:lvl7pPr>
            <a:lvl8pPr algn="l" lvl="7">
              <a:lnSpc>
                <a:spcPct val="100000"/>
              </a:lnSpc>
              <a:spcBef>
                <a:spcPts val="0"/>
              </a:spcBef>
              <a:spcAft>
                <a:spcPts val="0"/>
              </a:spcAft>
              <a:buSzPts val="2400"/>
              <a:buNone/>
              <a:defRPr sz="2400"/>
            </a:lvl8pPr>
            <a:lvl9pPr algn="l" lvl="8">
              <a:lnSpc>
                <a:spcPct val="100000"/>
              </a:lnSpc>
              <a:spcBef>
                <a:spcPts val="0"/>
              </a:spcBef>
              <a:spcAft>
                <a:spcPts val="0"/>
              </a:spcAft>
              <a:buSzPts val="2400"/>
              <a:buNone/>
              <a:defRPr sz="2400"/>
            </a:lvl9pPr>
          </a:lstStyle>
          <a:p/>
        </p:txBody>
      </p:sp>
      <p:sp>
        <p:nvSpPr>
          <p:cNvPr id="1048645" name="Google Shape;30;p30"/>
          <p:cNvSpPr txBox="1">
            <a:spLocks noGrp="1"/>
          </p:cNvSpPr>
          <p:nvPr>
            <p:ph type="body" idx="1"/>
          </p:nvPr>
        </p:nvSpPr>
        <p:spPr>
          <a:xfrm>
            <a:off x="311700" y="1389600"/>
            <a:ext cx="2808000" cy="3179400"/>
          </a:xfrm>
          <a:prstGeom prst="rect"/>
          <a:noFill/>
          <a:ln>
            <a:noFill/>
          </a:ln>
        </p:spPr>
        <p:txBody>
          <a:bodyPr anchor="t" anchorCtr="0" bIns="91425" lIns="91425" rIns="91425" spcFirstLastPara="1" tIns="91425" wrap="square">
            <a:noAutofit/>
          </a:bodyPr>
          <a:lstStyle>
            <a:lvl1pPr algn="l" indent="-304793" lvl="0" marL="457189">
              <a:lnSpc>
                <a:spcPct val="115000"/>
              </a:lnSpc>
              <a:spcBef>
                <a:spcPts val="0"/>
              </a:spcBef>
              <a:spcAft>
                <a:spcPts val="0"/>
              </a:spcAft>
              <a:buSzPts val="1200"/>
              <a:buChar char="●"/>
              <a:defRPr sz="1200"/>
            </a:lvl1pPr>
            <a:lvl2pPr algn="l" indent="-304793" lvl="1" marL="914378">
              <a:lnSpc>
                <a:spcPct val="115000"/>
              </a:lnSpc>
              <a:spcBef>
                <a:spcPts val="1600"/>
              </a:spcBef>
              <a:spcAft>
                <a:spcPts val="0"/>
              </a:spcAft>
              <a:buSzPts val="1200"/>
              <a:buChar char="○"/>
              <a:defRPr sz="1200"/>
            </a:lvl2pPr>
            <a:lvl3pPr algn="l" indent="-304793" lvl="2" marL="1371566">
              <a:lnSpc>
                <a:spcPct val="115000"/>
              </a:lnSpc>
              <a:spcBef>
                <a:spcPts val="1600"/>
              </a:spcBef>
              <a:spcAft>
                <a:spcPts val="0"/>
              </a:spcAft>
              <a:buSzPts val="1200"/>
              <a:buChar char="■"/>
              <a:defRPr sz="1200"/>
            </a:lvl3pPr>
            <a:lvl4pPr algn="l" indent="-304793" lvl="3" marL="1828754">
              <a:lnSpc>
                <a:spcPct val="115000"/>
              </a:lnSpc>
              <a:spcBef>
                <a:spcPts val="1600"/>
              </a:spcBef>
              <a:spcAft>
                <a:spcPts val="0"/>
              </a:spcAft>
              <a:buSzPts val="1200"/>
              <a:buChar char="●"/>
              <a:defRPr sz="1200"/>
            </a:lvl4pPr>
            <a:lvl5pPr algn="l" indent="-304793" lvl="4" marL="2285943">
              <a:lnSpc>
                <a:spcPct val="115000"/>
              </a:lnSpc>
              <a:spcBef>
                <a:spcPts val="1600"/>
              </a:spcBef>
              <a:spcAft>
                <a:spcPts val="0"/>
              </a:spcAft>
              <a:buSzPts val="1200"/>
              <a:buChar char="○"/>
              <a:defRPr sz="1200"/>
            </a:lvl5pPr>
            <a:lvl6pPr algn="l" indent="-304793" lvl="5" marL="2743132">
              <a:lnSpc>
                <a:spcPct val="115000"/>
              </a:lnSpc>
              <a:spcBef>
                <a:spcPts val="1600"/>
              </a:spcBef>
              <a:spcAft>
                <a:spcPts val="0"/>
              </a:spcAft>
              <a:buSzPts val="1200"/>
              <a:buChar char="■"/>
              <a:defRPr sz="1200"/>
            </a:lvl6pPr>
            <a:lvl7pPr algn="l" indent="-304793" lvl="6" marL="3200320">
              <a:lnSpc>
                <a:spcPct val="115000"/>
              </a:lnSpc>
              <a:spcBef>
                <a:spcPts val="1600"/>
              </a:spcBef>
              <a:spcAft>
                <a:spcPts val="0"/>
              </a:spcAft>
              <a:buSzPts val="1200"/>
              <a:buChar char="●"/>
              <a:defRPr sz="1200"/>
            </a:lvl7pPr>
            <a:lvl8pPr algn="l" indent="-304793" lvl="7" marL="3657509">
              <a:lnSpc>
                <a:spcPct val="115000"/>
              </a:lnSpc>
              <a:spcBef>
                <a:spcPts val="1600"/>
              </a:spcBef>
              <a:spcAft>
                <a:spcPts val="0"/>
              </a:spcAft>
              <a:buSzPts val="1200"/>
              <a:buChar char="○"/>
              <a:defRPr sz="1200"/>
            </a:lvl8pPr>
            <a:lvl9pPr algn="l" indent="-304793" lvl="8" marL="4114697">
              <a:lnSpc>
                <a:spcPct val="115000"/>
              </a:lnSpc>
              <a:spcBef>
                <a:spcPts val="1600"/>
              </a:spcBef>
              <a:spcAft>
                <a:spcPts val="1600"/>
              </a:spcAft>
              <a:buSzPts val="1200"/>
              <a:buChar char="■"/>
              <a:defRPr sz="1200"/>
            </a:lvl9pPr>
          </a:lstStyle>
          <a:p/>
        </p:txBody>
      </p:sp>
      <p:sp>
        <p:nvSpPr>
          <p:cNvPr id="1048646" name="Google Shape;31;p30"/>
          <p:cNvSpPr txBox="1">
            <a:spLocks noGrp="1"/>
          </p:cNvSpPr>
          <p:nvPr>
            <p:ph type="sldNum" idx="12"/>
          </p:nvPr>
        </p:nvSpPr>
        <p:spPr>
          <a:xfrm>
            <a:off x="8472458" y="4663217"/>
            <a:ext cx="548700" cy="393600"/>
          </a:xfrm>
          <a:prstGeom prst="rect"/>
          <a:noFill/>
          <a:ln>
            <a:noFill/>
          </a:ln>
        </p:spPr>
        <p:txBody>
          <a:bodyPr anchor="ctr" anchorCtr="0" bIns="91425" lIns="91425" rIns="91425" spcFirstLastPara="1" tIns="91425" wrap="square">
            <a:noAutofit/>
          </a:bodyPr>
          <a:lstStyle>
            <a:lvl1pPr algn="r" indent="0" lvl="0" marL="0" marR="0">
              <a:lnSpc>
                <a:spcPct val="100000"/>
              </a:lnSpc>
              <a:spcBef>
                <a:spcPts val="0"/>
              </a:spcBef>
              <a:spcAft>
                <a:spcPts val="0"/>
              </a:spcAft>
              <a:buClr>
                <a:srgbClr val="000000"/>
              </a:buClr>
              <a:buSzPts val="1000"/>
              <a:buFont typeface="Arial"/>
              <a:buNone/>
              <a:defRPr b="0" cap="none" sz="1000" i="0" strike="noStrike" u="none">
                <a:solidFill>
                  <a:schemeClr val="dk2"/>
                </a:solidFill>
                <a:latin typeface="Arial"/>
                <a:ea typeface="Arial"/>
                <a:cs typeface="Arial"/>
                <a:sym typeface="Arial"/>
              </a:defRPr>
            </a:lvl1pPr>
            <a:lvl2pPr algn="r" indent="0" lvl="1" marL="0" marR="0">
              <a:lnSpc>
                <a:spcPct val="100000"/>
              </a:lnSpc>
              <a:spcBef>
                <a:spcPts val="0"/>
              </a:spcBef>
              <a:spcAft>
                <a:spcPts val="0"/>
              </a:spcAft>
              <a:buClr>
                <a:srgbClr val="000000"/>
              </a:buClr>
              <a:buSzPts val="1000"/>
              <a:buFont typeface="Arial"/>
              <a:buNone/>
              <a:defRPr b="0" cap="none" sz="1000" i="0" strike="noStrike" u="none">
                <a:solidFill>
                  <a:schemeClr val="dk2"/>
                </a:solidFill>
                <a:latin typeface="Arial"/>
                <a:ea typeface="Arial"/>
                <a:cs typeface="Arial"/>
                <a:sym typeface="Arial"/>
              </a:defRPr>
            </a:lvl2pPr>
            <a:lvl3pPr algn="r" indent="0" lvl="2" marL="0" marR="0">
              <a:lnSpc>
                <a:spcPct val="100000"/>
              </a:lnSpc>
              <a:spcBef>
                <a:spcPts val="0"/>
              </a:spcBef>
              <a:spcAft>
                <a:spcPts val="0"/>
              </a:spcAft>
              <a:buClr>
                <a:srgbClr val="000000"/>
              </a:buClr>
              <a:buSzPts val="1000"/>
              <a:buFont typeface="Arial"/>
              <a:buNone/>
              <a:defRPr b="0" cap="none" sz="1000" i="0" strike="noStrike" u="none">
                <a:solidFill>
                  <a:schemeClr val="dk2"/>
                </a:solidFill>
                <a:latin typeface="Arial"/>
                <a:ea typeface="Arial"/>
                <a:cs typeface="Arial"/>
                <a:sym typeface="Arial"/>
              </a:defRPr>
            </a:lvl3pPr>
            <a:lvl4pPr algn="r" indent="0" lvl="3" marL="0" marR="0">
              <a:lnSpc>
                <a:spcPct val="100000"/>
              </a:lnSpc>
              <a:spcBef>
                <a:spcPts val="0"/>
              </a:spcBef>
              <a:spcAft>
                <a:spcPts val="0"/>
              </a:spcAft>
              <a:buClr>
                <a:srgbClr val="000000"/>
              </a:buClr>
              <a:buSzPts val="1000"/>
              <a:buFont typeface="Arial"/>
              <a:buNone/>
              <a:defRPr b="0" cap="none" sz="1000" i="0" strike="noStrike" u="none">
                <a:solidFill>
                  <a:schemeClr val="dk2"/>
                </a:solidFill>
                <a:latin typeface="Arial"/>
                <a:ea typeface="Arial"/>
                <a:cs typeface="Arial"/>
                <a:sym typeface="Arial"/>
              </a:defRPr>
            </a:lvl4pPr>
            <a:lvl5pPr algn="r" indent="0" lvl="4" marL="0" marR="0">
              <a:lnSpc>
                <a:spcPct val="100000"/>
              </a:lnSpc>
              <a:spcBef>
                <a:spcPts val="0"/>
              </a:spcBef>
              <a:spcAft>
                <a:spcPts val="0"/>
              </a:spcAft>
              <a:buClr>
                <a:srgbClr val="000000"/>
              </a:buClr>
              <a:buSzPts val="1000"/>
              <a:buFont typeface="Arial"/>
              <a:buNone/>
              <a:defRPr b="0" cap="none" sz="1000" i="0" strike="noStrike" u="none">
                <a:solidFill>
                  <a:schemeClr val="dk2"/>
                </a:solidFill>
                <a:latin typeface="Arial"/>
                <a:ea typeface="Arial"/>
                <a:cs typeface="Arial"/>
                <a:sym typeface="Arial"/>
              </a:defRPr>
            </a:lvl5pPr>
            <a:lvl6pPr algn="r" indent="0" lvl="5" marL="0" marR="0">
              <a:lnSpc>
                <a:spcPct val="100000"/>
              </a:lnSpc>
              <a:spcBef>
                <a:spcPts val="0"/>
              </a:spcBef>
              <a:spcAft>
                <a:spcPts val="0"/>
              </a:spcAft>
              <a:buClr>
                <a:srgbClr val="000000"/>
              </a:buClr>
              <a:buSzPts val="1000"/>
              <a:buFont typeface="Arial"/>
              <a:buNone/>
              <a:defRPr b="0" cap="none" sz="1000" i="0" strike="noStrike" u="none">
                <a:solidFill>
                  <a:schemeClr val="dk2"/>
                </a:solidFill>
                <a:latin typeface="Arial"/>
                <a:ea typeface="Arial"/>
                <a:cs typeface="Arial"/>
                <a:sym typeface="Arial"/>
              </a:defRPr>
            </a:lvl6pPr>
            <a:lvl7pPr algn="r" indent="0" lvl="6" marL="0" marR="0">
              <a:lnSpc>
                <a:spcPct val="100000"/>
              </a:lnSpc>
              <a:spcBef>
                <a:spcPts val="0"/>
              </a:spcBef>
              <a:spcAft>
                <a:spcPts val="0"/>
              </a:spcAft>
              <a:buClr>
                <a:srgbClr val="000000"/>
              </a:buClr>
              <a:buSzPts val="1000"/>
              <a:buFont typeface="Arial"/>
              <a:buNone/>
              <a:defRPr b="0" cap="none" sz="1000" i="0" strike="noStrike" u="none">
                <a:solidFill>
                  <a:schemeClr val="dk2"/>
                </a:solidFill>
                <a:latin typeface="Arial"/>
                <a:ea typeface="Arial"/>
                <a:cs typeface="Arial"/>
                <a:sym typeface="Arial"/>
              </a:defRPr>
            </a:lvl7pPr>
            <a:lvl8pPr algn="r" indent="0" lvl="7" marL="0" marR="0">
              <a:lnSpc>
                <a:spcPct val="100000"/>
              </a:lnSpc>
              <a:spcBef>
                <a:spcPts val="0"/>
              </a:spcBef>
              <a:spcAft>
                <a:spcPts val="0"/>
              </a:spcAft>
              <a:buClr>
                <a:srgbClr val="000000"/>
              </a:buClr>
              <a:buSzPts val="1000"/>
              <a:buFont typeface="Arial"/>
              <a:buNone/>
              <a:defRPr b="0" cap="none" sz="1000" i="0" strike="noStrike" u="none">
                <a:solidFill>
                  <a:schemeClr val="dk2"/>
                </a:solidFill>
                <a:latin typeface="Arial"/>
                <a:ea typeface="Arial"/>
                <a:cs typeface="Arial"/>
                <a:sym typeface="Arial"/>
              </a:defRPr>
            </a:lvl8pPr>
            <a:lvl9pPr algn="r" indent="0" lvl="8" marL="0" marR="0">
              <a:lnSpc>
                <a:spcPct val="100000"/>
              </a:lnSpc>
              <a:spcBef>
                <a:spcPts val="0"/>
              </a:spcBef>
              <a:spcAft>
                <a:spcPts val="0"/>
              </a:spcAft>
              <a:buClr>
                <a:srgbClr val="000000"/>
              </a:buClr>
              <a:buSzPts val="1000"/>
              <a:buFont typeface="Arial"/>
              <a:buNone/>
              <a:defRPr b="0" cap="none" sz="1000" i="0" strike="noStrike" u="none">
                <a:solidFill>
                  <a:schemeClr val="dk2"/>
                </a:solidFill>
                <a:latin typeface="Arial"/>
                <a:ea typeface="Arial"/>
                <a:cs typeface="Arial"/>
                <a:sym typeface="Arial"/>
              </a:defRPr>
            </a:lvl9pPr>
          </a:lstStyle>
          <a:p>
            <a:pPr algn="r" indent="0" lvl="0" marL="0" rtl="0">
              <a:spcBef>
                <a:spcPts val="0"/>
              </a:spcBef>
              <a:spcAft>
                <a:spcPts val="0"/>
              </a:spcAft>
              <a:buNone/>
            </a:pPr>
            <a:fld id="{00000000-1234-1234-1234-123412341234}" type="slidenum">
              <a:rPr lang="en"/>
              <a:pPr algn="r" indent="0" lvl="0" marL="0" rtl="0">
                <a:spcBef>
                  <a:spcPts val="0"/>
                </a:spcBef>
                <a:spcAft>
                  <a:spcPts val="0"/>
                </a:spcAft>
                <a:buNone/>
              </a:pPr>
              <a:t>‹#›</a:t>
            </a:fld>
            <a:endParaRPr lang="e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77" name="Shape 20"/>
        <p:cNvGrpSpPr/>
        <p:nvPr/>
      </p:nvGrpSpPr>
      <p:grpSpPr>
        <a:xfrm>
          <a:off x="0" y="0"/>
          <a:ext cx="0" cy="0"/>
          <a:chOff x="0" y="0"/>
          <a:chExt cx="0" cy="0"/>
        </a:xfrm>
      </p:grpSpPr>
      <p:sp>
        <p:nvSpPr>
          <p:cNvPr id="1048672" name="Google Shape;21;p28"/>
          <p:cNvSpPr txBox="1">
            <a:spLocks noGrp="1"/>
          </p:cNvSpPr>
          <p:nvPr>
            <p:ph type="title"/>
          </p:nvPr>
        </p:nvSpPr>
        <p:spPr>
          <a:xfrm>
            <a:off x="311700" y="445025"/>
            <a:ext cx="8520600" cy="572700"/>
          </a:xfrm>
          <a:prstGeom prst="rect"/>
          <a:noFill/>
          <a:ln>
            <a:noFill/>
          </a:ln>
        </p:spPr>
        <p:txBody>
          <a:bodyPr anchor="t" anchorCtr="0" bIns="91425" lIns="91425" rIns="91425" spcFirstLastPara="1" tIns="91425" wrap="square">
            <a:noAutofit/>
          </a:bodyPr>
          <a:lstStyle>
            <a:lvl1pPr algn="l" lvl="0">
              <a:lnSpc>
                <a:spcPct val="100000"/>
              </a:lnSpc>
              <a:spcBef>
                <a:spcPts val="0"/>
              </a:spcBef>
              <a:spcAft>
                <a:spcPts val="0"/>
              </a:spcAft>
              <a:buSzPts val="2800"/>
              <a:buNone/>
            </a:lvl1pPr>
            <a:lvl2pPr algn="l" lvl="1">
              <a:lnSpc>
                <a:spcPct val="100000"/>
              </a:lnSpc>
              <a:spcBef>
                <a:spcPts val="0"/>
              </a:spcBef>
              <a:spcAft>
                <a:spcPts val="0"/>
              </a:spcAft>
              <a:buSzPts val="2800"/>
              <a:buNone/>
            </a:lvl2pPr>
            <a:lvl3pPr algn="l" lvl="2">
              <a:lnSpc>
                <a:spcPct val="100000"/>
              </a:lnSpc>
              <a:spcBef>
                <a:spcPts val="0"/>
              </a:spcBef>
              <a:spcAft>
                <a:spcPts val="0"/>
              </a:spcAft>
              <a:buSzPts val="2800"/>
              <a:buNone/>
            </a:lvl3pPr>
            <a:lvl4pPr algn="l" lvl="3">
              <a:lnSpc>
                <a:spcPct val="100000"/>
              </a:lnSpc>
              <a:spcBef>
                <a:spcPts val="0"/>
              </a:spcBef>
              <a:spcAft>
                <a:spcPts val="0"/>
              </a:spcAft>
              <a:buSzPts val="2800"/>
              <a:buNone/>
            </a:lvl4pPr>
            <a:lvl5pPr algn="l" lvl="4">
              <a:lnSpc>
                <a:spcPct val="100000"/>
              </a:lnSpc>
              <a:spcBef>
                <a:spcPts val="0"/>
              </a:spcBef>
              <a:spcAft>
                <a:spcPts val="0"/>
              </a:spcAft>
              <a:buSzPts val="2800"/>
              <a:buNone/>
            </a:lvl5pPr>
            <a:lvl6pPr algn="l" lvl="5">
              <a:lnSpc>
                <a:spcPct val="100000"/>
              </a:lnSpc>
              <a:spcBef>
                <a:spcPts val="0"/>
              </a:spcBef>
              <a:spcAft>
                <a:spcPts val="0"/>
              </a:spcAft>
              <a:buSzPts val="2800"/>
              <a:buNone/>
            </a:lvl6pPr>
            <a:lvl7pPr algn="l" lvl="6">
              <a:lnSpc>
                <a:spcPct val="100000"/>
              </a:lnSpc>
              <a:spcBef>
                <a:spcPts val="0"/>
              </a:spcBef>
              <a:spcAft>
                <a:spcPts val="0"/>
              </a:spcAft>
              <a:buSzPts val="2800"/>
              <a:buNone/>
            </a:lvl7pPr>
            <a:lvl8pPr algn="l" lvl="7">
              <a:lnSpc>
                <a:spcPct val="100000"/>
              </a:lnSpc>
              <a:spcBef>
                <a:spcPts val="0"/>
              </a:spcBef>
              <a:spcAft>
                <a:spcPts val="0"/>
              </a:spcAft>
              <a:buSzPts val="2800"/>
              <a:buNone/>
            </a:lvl8pPr>
            <a:lvl9pPr algn="l" lvl="8">
              <a:lnSpc>
                <a:spcPct val="100000"/>
              </a:lnSpc>
              <a:spcBef>
                <a:spcPts val="0"/>
              </a:spcBef>
              <a:spcAft>
                <a:spcPts val="0"/>
              </a:spcAft>
              <a:buSzPts val="2800"/>
              <a:buNone/>
            </a:lvl9pPr>
          </a:lstStyle>
          <a:p/>
        </p:txBody>
      </p:sp>
      <p:sp>
        <p:nvSpPr>
          <p:cNvPr id="1048673" name="Google Shape;22;p28"/>
          <p:cNvSpPr txBox="1">
            <a:spLocks noGrp="1"/>
          </p:cNvSpPr>
          <p:nvPr>
            <p:ph type="body" idx="1"/>
          </p:nvPr>
        </p:nvSpPr>
        <p:spPr>
          <a:xfrm>
            <a:off x="311700" y="1152475"/>
            <a:ext cx="3999900" cy="3416400"/>
          </a:xfrm>
          <a:prstGeom prst="rect"/>
          <a:noFill/>
          <a:ln>
            <a:noFill/>
          </a:ln>
        </p:spPr>
        <p:txBody>
          <a:bodyPr anchor="t" anchorCtr="0" bIns="91425" lIns="91425" rIns="91425" spcFirstLastPara="1" tIns="91425" wrap="square">
            <a:noAutofit/>
          </a:bodyPr>
          <a:lstStyle>
            <a:lvl1pPr algn="l" indent="-317500" lvl="0" marL="457200">
              <a:lnSpc>
                <a:spcPct val="115000"/>
              </a:lnSpc>
              <a:spcBef>
                <a:spcPts val="0"/>
              </a:spcBef>
              <a:spcAft>
                <a:spcPts val="0"/>
              </a:spcAft>
              <a:buSzPts val="1400"/>
              <a:buChar char="●"/>
              <a:defRPr sz="1400"/>
            </a:lvl1pPr>
            <a:lvl2pPr algn="l" indent="-304800" lvl="1" marL="914400">
              <a:lnSpc>
                <a:spcPct val="115000"/>
              </a:lnSpc>
              <a:spcBef>
                <a:spcPts val="1600"/>
              </a:spcBef>
              <a:spcAft>
                <a:spcPts val="0"/>
              </a:spcAft>
              <a:buSzPts val="1200"/>
              <a:buChar char="○"/>
              <a:defRPr sz="1200"/>
            </a:lvl2pPr>
            <a:lvl3pPr algn="l" indent="-304800" lvl="2" marL="1371600">
              <a:lnSpc>
                <a:spcPct val="115000"/>
              </a:lnSpc>
              <a:spcBef>
                <a:spcPts val="1600"/>
              </a:spcBef>
              <a:spcAft>
                <a:spcPts val="0"/>
              </a:spcAft>
              <a:buSzPts val="1200"/>
              <a:buChar char="■"/>
              <a:defRPr sz="1200"/>
            </a:lvl3pPr>
            <a:lvl4pPr algn="l" indent="-304800" lvl="3" marL="1828800">
              <a:lnSpc>
                <a:spcPct val="115000"/>
              </a:lnSpc>
              <a:spcBef>
                <a:spcPts val="1600"/>
              </a:spcBef>
              <a:spcAft>
                <a:spcPts val="0"/>
              </a:spcAft>
              <a:buSzPts val="1200"/>
              <a:buChar char="●"/>
              <a:defRPr sz="1200"/>
            </a:lvl4pPr>
            <a:lvl5pPr algn="l" indent="-304800" lvl="4" marL="2286000">
              <a:lnSpc>
                <a:spcPct val="115000"/>
              </a:lnSpc>
              <a:spcBef>
                <a:spcPts val="1600"/>
              </a:spcBef>
              <a:spcAft>
                <a:spcPts val="0"/>
              </a:spcAft>
              <a:buSzPts val="1200"/>
              <a:buChar char="○"/>
              <a:defRPr sz="1200"/>
            </a:lvl5pPr>
            <a:lvl6pPr algn="l" indent="-304800" lvl="5" marL="2743200">
              <a:lnSpc>
                <a:spcPct val="115000"/>
              </a:lnSpc>
              <a:spcBef>
                <a:spcPts val="1600"/>
              </a:spcBef>
              <a:spcAft>
                <a:spcPts val="0"/>
              </a:spcAft>
              <a:buSzPts val="1200"/>
              <a:buChar char="■"/>
              <a:defRPr sz="1200"/>
            </a:lvl6pPr>
            <a:lvl7pPr algn="l" indent="-304800" lvl="6" marL="3200400">
              <a:lnSpc>
                <a:spcPct val="115000"/>
              </a:lnSpc>
              <a:spcBef>
                <a:spcPts val="1600"/>
              </a:spcBef>
              <a:spcAft>
                <a:spcPts val="0"/>
              </a:spcAft>
              <a:buSzPts val="1200"/>
              <a:buChar char="●"/>
              <a:defRPr sz="1200"/>
            </a:lvl7pPr>
            <a:lvl8pPr algn="l" indent="-304800" lvl="7" marL="3657600">
              <a:lnSpc>
                <a:spcPct val="115000"/>
              </a:lnSpc>
              <a:spcBef>
                <a:spcPts val="1600"/>
              </a:spcBef>
              <a:spcAft>
                <a:spcPts val="0"/>
              </a:spcAft>
              <a:buSzPts val="1200"/>
              <a:buChar char="○"/>
              <a:defRPr sz="1200"/>
            </a:lvl8pPr>
            <a:lvl9pPr algn="l" indent="-304800" lvl="8" marL="4114800">
              <a:lnSpc>
                <a:spcPct val="115000"/>
              </a:lnSpc>
              <a:spcBef>
                <a:spcPts val="1600"/>
              </a:spcBef>
              <a:spcAft>
                <a:spcPts val="1600"/>
              </a:spcAft>
              <a:buSzPts val="1200"/>
              <a:buChar char="■"/>
              <a:defRPr sz="1200"/>
            </a:lvl9pPr>
          </a:lstStyle>
          <a:p/>
        </p:txBody>
      </p:sp>
      <p:sp>
        <p:nvSpPr>
          <p:cNvPr id="1048674" name="Google Shape;23;p28"/>
          <p:cNvSpPr txBox="1">
            <a:spLocks noGrp="1"/>
          </p:cNvSpPr>
          <p:nvPr>
            <p:ph type="body" idx="2"/>
          </p:nvPr>
        </p:nvSpPr>
        <p:spPr>
          <a:xfrm>
            <a:off x="4832400" y="1152475"/>
            <a:ext cx="3999900" cy="3416400"/>
          </a:xfrm>
          <a:prstGeom prst="rect"/>
          <a:noFill/>
          <a:ln>
            <a:noFill/>
          </a:ln>
        </p:spPr>
        <p:txBody>
          <a:bodyPr anchor="t" anchorCtr="0" bIns="91425" lIns="91425" rIns="91425" spcFirstLastPara="1" tIns="91425" wrap="square">
            <a:noAutofit/>
          </a:bodyPr>
          <a:lstStyle>
            <a:lvl1pPr algn="l" indent="-317500" lvl="0" marL="457200">
              <a:lnSpc>
                <a:spcPct val="115000"/>
              </a:lnSpc>
              <a:spcBef>
                <a:spcPts val="0"/>
              </a:spcBef>
              <a:spcAft>
                <a:spcPts val="0"/>
              </a:spcAft>
              <a:buSzPts val="1400"/>
              <a:buChar char="●"/>
              <a:defRPr sz="1400"/>
            </a:lvl1pPr>
            <a:lvl2pPr algn="l" indent="-304800" lvl="1" marL="914400">
              <a:lnSpc>
                <a:spcPct val="115000"/>
              </a:lnSpc>
              <a:spcBef>
                <a:spcPts val="1600"/>
              </a:spcBef>
              <a:spcAft>
                <a:spcPts val="0"/>
              </a:spcAft>
              <a:buSzPts val="1200"/>
              <a:buChar char="○"/>
              <a:defRPr sz="1200"/>
            </a:lvl2pPr>
            <a:lvl3pPr algn="l" indent="-304800" lvl="2" marL="1371600">
              <a:lnSpc>
                <a:spcPct val="115000"/>
              </a:lnSpc>
              <a:spcBef>
                <a:spcPts val="1600"/>
              </a:spcBef>
              <a:spcAft>
                <a:spcPts val="0"/>
              </a:spcAft>
              <a:buSzPts val="1200"/>
              <a:buChar char="■"/>
              <a:defRPr sz="1200"/>
            </a:lvl3pPr>
            <a:lvl4pPr algn="l" indent="-304800" lvl="3" marL="1828800">
              <a:lnSpc>
                <a:spcPct val="115000"/>
              </a:lnSpc>
              <a:spcBef>
                <a:spcPts val="1600"/>
              </a:spcBef>
              <a:spcAft>
                <a:spcPts val="0"/>
              </a:spcAft>
              <a:buSzPts val="1200"/>
              <a:buChar char="●"/>
              <a:defRPr sz="1200"/>
            </a:lvl4pPr>
            <a:lvl5pPr algn="l" indent="-304800" lvl="4" marL="2286000">
              <a:lnSpc>
                <a:spcPct val="115000"/>
              </a:lnSpc>
              <a:spcBef>
                <a:spcPts val="1600"/>
              </a:spcBef>
              <a:spcAft>
                <a:spcPts val="0"/>
              </a:spcAft>
              <a:buSzPts val="1200"/>
              <a:buChar char="○"/>
              <a:defRPr sz="1200"/>
            </a:lvl5pPr>
            <a:lvl6pPr algn="l" indent="-304800" lvl="5" marL="2743200">
              <a:lnSpc>
                <a:spcPct val="115000"/>
              </a:lnSpc>
              <a:spcBef>
                <a:spcPts val="1600"/>
              </a:spcBef>
              <a:spcAft>
                <a:spcPts val="0"/>
              </a:spcAft>
              <a:buSzPts val="1200"/>
              <a:buChar char="■"/>
              <a:defRPr sz="1200"/>
            </a:lvl6pPr>
            <a:lvl7pPr algn="l" indent="-304800" lvl="6" marL="3200400">
              <a:lnSpc>
                <a:spcPct val="115000"/>
              </a:lnSpc>
              <a:spcBef>
                <a:spcPts val="1600"/>
              </a:spcBef>
              <a:spcAft>
                <a:spcPts val="0"/>
              </a:spcAft>
              <a:buSzPts val="1200"/>
              <a:buChar char="●"/>
              <a:defRPr sz="1200"/>
            </a:lvl7pPr>
            <a:lvl8pPr algn="l" indent="-304800" lvl="7" marL="3657600">
              <a:lnSpc>
                <a:spcPct val="115000"/>
              </a:lnSpc>
              <a:spcBef>
                <a:spcPts val="1600"/>
              </a:spcBef>
              <a:spcAft>
                <a:spcPts val="0"/>
              </a:spcAft>
              <a:buSzPts val="1200"/>
              <a:buChar char="○"/>
              <a:defRPr sz="1200"/>
            </a:lvl8pPr>
            <a:lvl9pPr algn="l" indent="-304800" lvl="8" marL="4114800">
              <a:lnSpc>
                <a:spcPct val="115000"/>
              </a:lnSpc>
              <a:spcBef>
                <a:spcPts val="1600"/>
              </a:spcBef>
              <a:spcAft>
                <a:spcPts val="1600"/>
              </a:spcAft>
              <a:buSzPts val="1200"/>
              <a:buChar char="■"/>
              <a:defRPr sz="1200"/>
            </a:lvl9pPr>
          </a:lstStyle>
          <a:p/>
        </p:txBody>
      </p:sp>
      <p:sp>
        <p:nvSpPr>
          <p:cNvPr id="1048675" name="Google Shape;24;p28"/>
          <p:cNvSpPr txBox="1">
            <a:spLocks noGrp="1"/>
          </p:cNvSpPr>
          <p:nvPr>
            <p:ph type="sldNum" idx="12"/>
          </p:nvPr>
        </p:nvSpPr>
        <p:spPr>
          <a:xfrm>
            <a:off x="8472458" y="4663217"/>
            <a:ext cx="548700" cy="393600"/>
          </a:xfrm>
          <a:prstGeom prst="rect"/>
          <a:noFill/>
          <a:ln>
            <a:noFill/>
          </a:ln>
        </p:spPr>
        <p:txBody>
          <a:bodyPr anchor="ctr" anchorCtr="0" bIns="91425" lIns="91425" rIns="91425" spcFirstLastPara="1" tIns="91425" wrap="square">
            <a:noAutofit/>
          </a:bodyPr>
          <a:lstStyle>
            <a:lvl1pPr algn="r" indent="0" lvl="0" marL="0" marR="0">
              <a:lnSpc>
                <a:spcPct val="100000"/>
              </a:lnSpc>
              <a:spcBef>
                <a:spcPts val="0"/>
              </a:spcBef>
              <a:spcAft>
                <a:spcPts val="0"/>
              </a:spcAft>
              <a:buClr>
                <a:srgbClr val="000000"/>
              </a:buClr>
              <a:buSzPts val="1000"/>
              <a:buFont typeface="Arial"/>
              <a:buNone/>
              <a:defRPr b="0" cap="none" sz="1000" i="0" strike="noStrike" u="none">
                <a:solidFill>
                  <a:schemeClr val="dk2"/>
                </a:solidFill>
                <a:latin typeface="Arial"/>
                <a:ea typeface="Arial"/>
                <a:cs typeface="Arial"/>
                <a:sym typeface="Arial"/>
              </a:defRPr>
            </a:lvl1pPr>
            <a:lvl2pPr algn="r" indent="0" lvl="1" marL="0" marR="0">
              <a:lnSpc>
                <a:spcPct val="100000"/>
              </a:lnSpc>
              <a:spcBef>
                <a:spcPts val="0"/>
              </a:spcBef>
              <a:spcAft>
                <a:spcPts val="0"/>
              </a:spcAft>
              <a:buClr>
                <a:srgbClr val="000000"/>
              </a:buClr>
              <a:buSzPts val="1000"/>
              <a:buFont typeface="Arial"/>
              <a:buNone/>
              <a:defRPr b="0" cap="none" sz="1000" i="0" strike="noStrike" u="none">
                <a:solidFill>
                  <a:schemeClr val="dk2"/>
                </a:solidFill>
                <a:latin typeface="Arial"/>
                <a:ea typeface="Arial"/>
                <a:cs typeface="Arial"/>
                <a:sym typeface="Arial"/>
              </a:defRPr>
            </a:lvl2pPr>
            <a:lvl3pPr algn="r" indent="0" lvl="2" marL="0" marR="0">
              <a:lnSpc>
                <a:spcPct val="100000"/>
              </a:lnSpc>
              <a:spcBef>
                <a:spcPts val="0"/>
              </a:spcBef>
              <a:spcAft>
                <a:spcPts val="0"/>
              </a:spcAft>
              <a:buClr>
                <a:srgbClr val="000000"/>
              </a:buClr>
              <a:buSzPts val="1000"/>
              <a:buFont typeface="Arial"/>
              <a:buNone/>
              <a:defRPr b="0" cap="none" sz="1000" i="0" strike="noStrike" u="none">
                <a:solidFill>
                  <a:schemeClr val="dk2"/>
                </a:solidFill>
                <a:latin typeface="Arial"/>
                <a:ea typeface="Arial"/>
                <a:cs typeface="Arial"/>
                <a:sym typeface="Arial"/>
              </a:defRPr>
            </a:lvl3pPr>
            <a:lvl4pPr algn="r" indent="0" lvl="3" marL="0" marR="0">
              <a:lnSpc>
                <a:spcPct val="100000"/>
              </a:lnSpc>
              <a:spcBef>
                <a:spcPts val="0"/>
              </a:spcBef>
              <a:spcAft>
                <a:spcPts val="0"/>
              </a:spcAft>
              <a:buClr>
                <a:srgbClr val="000000"/>
              </a:buClr>
              <a:buSzPts val="1000"/>
              <a:buFont typeface="Arial"/>
              <a:buNone/>
              <a:defRPr b="0" cap="none" sz="1000" i="0" strike="noStrike" u="none">
                <a:solidFill>
                  <a:schemeClr val="dk2"/>
                </a:solidFill>
                <a:latin typeface="Arial"/>
                <a:ea typeface="Arial"/>
                <a:cs typeface="Arial"/>
                <a:sym typeface="Arial"/>
              </a:defRPr>
            </a:lvl4pPr>
            <a:lvl5pPr algn="r" indent="0" lvl="4" marL="0" marR="0">
              <a:lnSpc>
                <a:spcPct val="100000"/>
              </a:lnSpc>
              <a:spcBef>
                <a:spcPts val="0"/>
              </a:spcBef>
              <a:spcAft>
                <a:spcPts val="0"/>
              </a:spcAft>
              <a:buClr>
                <a:srgbClr val="000000"/>
              </a:buClr>
              <a:buSzPts val="1000"/>
              <a:buFont typeface="Arial"/>
              <a:buNone/>
              <a:defRPr b="0" cap="none" sz="1000" i="0" strike="noStrike" u="none">
                <a:solidFill>
                  <a:schemeClr val="dk2"/>
                </a:solidFill>
                <a:latin typeface="Arial"/>
                <a:ea typeface="Arial"/>
                <a:cs typeface="Arial"/>
                <a:sym typeface="Arial"/>
              </a:defRPr>
            </a:lvl5pPr>
            <a:lvl6pPr algn="r" indent="0" lvl="5" marL="0" marR="0">
              <a:lnSpc>
                <a:spcPct val="100000"/>
              </a:lnSpc>
              <a:spcBef>
                <a:spcPts val="0"/>
              </a:spcBef>
              <a:spcAft>
                <a:spcPts val="0"/>
              </a:spcAft>
              <a:buClr>
                <a:srgbClr val="000000"/>
              </a:buClr>
              <a:buSzPts val="1000"/>
              <a:buFont typeface="Arial"/>
              <a:buNone/>
              <a:defRPr b="0" cap="none" sz="1000" i="0" strike="noStrike" u="none">
                <a:solidFill>
                  <a:schemeClr val="dk2"/>
                </a:solidFill>
                <a:latin typeface="Arial"/>
                <a:ea typeface="Arial"/>
                <a:cs typeface="Arial"/>
                <a:sym typeface="Arial"/>
              </a:defRPr>
            </a:lvl6pPr>
            <a:lvl7pPr algn="r" indent="0" lvl="6" marL="0" marR="0">
              <a:lnSpc>
                <a:spcPct val="100000"/>
              </a:lnSpc>
              <a:spcBef>
                <a:spcPts val="0"/>
              </a:spcBef>
              <a:spcAft>
                <a:spcPts val="0"/>
              </a:spcAft>
              <a:buClr>
                <a:srgbClr val="000000"/>
              </a:buClr>
              <a:buSzPts val="1000"/>
              <a:buFont typeface="Arial"/>
              <a:buNone/>
              <a:defRPr b="0" cap="none" sz="1000" i="0" strike="noStrike" u="none">
                <a:solidFill>
                  <a:schemeClr val="dk2"/>
                </a:solidFill>
                <a:latin typeface="Arial"/>
                <a:ea typeface="Arial"/>
                <a:cs typeface="Arial"/>
                <a:sym typeface="Arial"/>
              </a:defRPr>
            </a:lvl7pPr>
            <a:lvl8pPr algn="r" indent="0" lvl="7" marL="0" marR="0">
              <a:lnSpc>
                <a:spcPct val="100000"/>
              </a:lnSpc>
              <a:spcBef>
                <a:spcPts val="0"/>
              </a:spcBef>
              <a:spcAft>
                <a:spcPts val="0"/>
              </a:spcAft>
              <a:buClr>
                <a:srgbClr val="000000"/>
              </a:buClr>
              <a:buSzPts val="1000"/>
              <a:buFont typeface="Arial"/>
              <a:buNone/>
              <a:defRPr b="0" cap="none" sz="1000" i="0" strike="noStrike" u="none">
                <a:solidFill>
                  <a:schemeClr val="dk2"/>
                </a:solidFill>
                <a:latin typeface="Arial"/>
                <a:ea typeface="Arial"/>
                <a:cs typeface="Arial"/>
                <a:sym typeface="Arial"/>
              </a:defRPr>
            </a:lvl8pPr>
            <a:lvl9pPr algn="r" indent="0" lvl="8" marL="0" marR="0">
              <a:lnSpc>
                <a:spcPct val="100000"/>
              </a:lnSpc>
              <a:spcBef>
                <a:spcPts val="0"/>
              </a:spcBef>
              <a:spcAft>
                <a:spcPts val="0"/>
              </a:spcAft>
              <a:buClr>
                <a:srgbClr val="000000"/>
              </a:buClr>
              <a:buSzPts val="1000"/>
              <a:buFont typeface="Arial"/>
              <a:buNone/>
              <a:defRPr b="0" cap="none" sz="1000" i="0" strike="noStrike" u="none">
                <a:solidFill>
                  <a:schemeClr val="dk2"/>
                </a:solidFill>
                <a:latin typeface="Arial"/>
                <a:ea typeface="Arial"/>
                <a:cs typeface="Arial"/>
                <a:sym typeface="Arial"/>
              </a:defRPr>
            </a:lvl9pPr>
          </a:lstStyle>
          <a:p>
            <a:pPr algn="r" indent="0" lvl="0" marL="0" rtl="0">
              <a:spcBef>
                <a:spcPts val="0"/>
              </a:spcBef>
              <a:spcAft>
                <a:spcPts val="0"/>
              </a:spcAft>
              <a:buNone/>
            </a:pPr>
            <a:fld id="{00000000-1234-1234-1234-123412341234}" type="slidenum">
              <a:rPr lang="en"/>
              <a:t>‹#›</a:t>
            </a:fld>
            <a:endParaRPr lang="e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78" name="Shape 28"/>
        <p:cNvGrpSpPr/>
        <p:nvPr/>
      </p:nvGrpSpPr>
      <p:grpSpPr>
        <a:xfrm>
          <a:off x="0" y="0"/>
          <a:ext cx="0" cy="0"/>
          <a:chOff x="0" y="0"/>
          <a:chExt cx="0" cy="0"/>
        </a:xfrm>
      </p:grpSpPr>
      <p:sp>
        <p:nvSpPr>
          <p:cNvPr id="1048676" name="Google Shape;29;p30"/>
          <p:cNvSpPr txBox="1">
            <a:spLocks noGrp="1"/>
          </p:cNvSpPr>
          <p:nvPr>
            <p:ph type="title"/>
          </p:nvPr>
        </p:nvSpPr>
        <p:spPr>
          <a:xfrm>
            <a:off x="311700" y="555600"/>
            <a:ext cx="2808000" cy="755700"/>
          </a:xfrm>
          <a:prstGeom prst="rect"/>
          <a:noFill/>
          <a:ln>
            <a:noFill/>
          </a:ln>
        </p:spPr>
        <p:txBody>
          <a:bodyPr anchor="b" anchorCtr="0" bIns="91425" lIns="91425" rIns="91425" spcFirstLastPara="1" tIns="91425" wrap="square">
            <a:noAutofit/>
          </a:bodyPr>
          <a:lstStyle>
            <a:lvl1pPr algn="l" lvl="0">
              <a:lnSpc>
                <a:spcPct val="100000"/>
              </a:lnSpc>
              <a:spcBef>
                <a:spcPts val="0"/>
              </a:spcBef>
              <a:spcAft>
                <a:spcPts val="0"/>
              </a:spcAft>
              <a:buSzPts val="2400"/>
              <a:buNone/>
              <a:defRPr sz="2400"/>
            </a:lvl1pPr>
            <a:lvl2pPr algn="l" lvl="1">
              <a:lnSpc>
                <a:spcPct val="100000"/>
              </a:lnSpc>
              <a:spcBef>
                <a:spcPts val="0"/>
              </a:spcBef>
              <a:spcAft>
                <a:spcPts val="0"/>
              </a:spcAft>
              <a:buSzPts val="2400"/>
              <a:buNone/>
              <a:defRPr sz="2400"/>
            </a:lvl2pPr>
            <a:lvl3pPr algn="l" lvl="2">
              <a:lnSpc>
                <a:spcPct val="100000"/>
              </a:lnSpc>
              <a:spcBef>
                <a:spcPts val="0"/>
              </a:spcBef>
              <a:spcAft>
                <a:spcPts val="0"/>
              </a:spcAft>
              <a:buSzPts val="2400"/>
              <a:buNone/>
              <a:defRPr sz="2400"/>
            </a:lvl3pPr>
            <a:lvl4pPr algn="l" lvl="3">
              <a:lnSpc>
                <a:spcPct val="100000"/>
              </a:lnSpc>
              <a:spcBef>
                <a:spcPts val="0"/>
              </a:spcBef>
              <a:spcAft>
                <a:spcPts val="0"/>
              </a:spcAft>
              <a:buSzPts val="2400"/>
              <a:buNone/>
              <a:defRPr sz="2400"/>
            </a:lvl4pPr>
            <a:lvl5pPr algn="l" lvl="4">
              <a:lnSpc>
                <a:spcPct val="100000"/>
              </a:lnSpc>
              <a:spcBef>
                <a:spcPts val="0"/>
              </a:spcBef>
              <a:spcAft>
                <a:spcPts val="0"/>
              </a:spcAft>
              <a:buSzPts val="2400"/>
              <a:buNone/>
              <a:defRPr sz="2400"/>
            </a:lvl5pPr>
            <a:lvl6pPr algn="l" lvl="5">
              <a:lnSpc>
                <a:spcPct val="100000"/>
              </a:lnSpc>
              <a:spcBef>
                <a:spcPts val="0"/>
              </a:spcBef>
              <a:spcAft>
                <a:spcPts val="0"/>
              </a:spcAft>
              <a:buSzPts val="2400"/>
              <a:buNone/>
              <a:defRPr sz="2400"/>
            </a:lvl6pPr>
            <a:lvl7pPr algn="l" lvl="6">
              <a:lnSpc>
                <a:spcPct val="100000"/>
              </a:lnSpc>
              <a:spcBef>
                <a:spcPts val="0"/>
              </a:spcBef>
              <a:spcAft>
                <a:spcPts val="0"/>
              </a:spcAft>
              <a:buSzPts val="2400"/>
              <a:buNone/>
              <a:defRPr sz="2400"/>
            </a:lvl7pPr>
            <a:lvl8pPr algn="l" lvl="7">
              <a:lnSpc>
                <a:spcPct val="100000"/>
              </a:lnSpc>
              <a:spcBef>
                <a:spcPts val="0"/>
              </a:spcBef>
              <a:spcAft>
                <a:spcPts val="0"/>
              </a:spcAft>
              <a:buSzPts val="2400"/>
              <a:buNone/>
              <a:defRPr sz="2400"/>
            </a:lvl8pPr>
            <a:lvl9pPr algn="l" lvl="8">
              <a:lnSpc>
                <a:spcPct val="100000"/>
              </a:lnSpc>
              <a:spcBef>
                <a:spcPts val="0"/>
              </a:spcBef>
              <a:spcAft>
                <a:spcPts val="0"/>
              </a:spcAft>
              <a:buSzPts val="2400"/>
              <a:buNone/>
              <a:defRPr sz="2400"/>
            </a:lvl9pPr>
          </a:lstStyle>
          <a:p/>
        </p:txBody>
      </p:sp>
      <p:sp>
        <p:nvSpPr>
          <p:cNvPr id="1048677" name="Google Shape;30;p30"/>
          <p:cNvSpPr txBox="1">
            <a:spLocks noGrp="1"/>
          </p:cNvSpPr>
          <p:nvPr>
            <p:ph type="body" idx="1"/>
          </p:nvPr>
        </p:nvSpPr>
        <p:spPr>
          <a:xfrm>
            <a:off x="311700" y="1389600"/>
            <a:ext cx="2808000" cy="3179400"/>
          </a:xfrm>
          <a:prstGeom prst="rect"/>
          <a:noFill/>
          <a:ln>
            <a:noFill/>
          </a:ln>
        </p:spPr>
        <p:txBody>
          <a:bodyPr anchor="t" anchorCtr="0" bIns="91425" lIns="91425" rIns="91425" spcFirstLastPara="1" tIns="91425" wrap="square">
            <a:noAutofit/>
          </a:bodyPr>
          <a:lstStyle>
            <a:lvl1pPr algn="l" indent="-304800" lvl="0" marL="457200">
              <a:lnSpc>
                <a:spcPct val="115000"/>
              </a:lnSpc>
              <a:spcBef>
                <a:spcPts val="0"/>
              </a:spcBef>
              <a:spcAft>
                <a:spcPts val="0"/>
              </a:spcAft>
              <a:buSzPts val="1200"/>
              <a:buChar char="●"/>
              <a:defRPr sz="1200"/>
            </a:lvl1pPr>
            <a:lvl2pPr algn="l" indent="-304800" lvl="1" marL="914400">
              <a:lnSpc>
                <a:spcPct val="115000"/>
              </a:lnSpc>
              <a:spcBef>
                <a:spcPts val="1600"/>
              </a:spcBef>
              <a:spcAft>
                <a:spcPts val="0"/>
              </a:spcAft>
              <a:buSzPts val="1200"/>
              <a:buChar char="○"/>
              <a:defRPr sz="1200"/>
            </a:lvl2pPr>
            <a:lvl3pPr algn="l" indent="-304800" lvl="2" marL="1371600">
              <a:lnSpc>
                <a:spcPct val="115000"/>
              </a:lnSpc>
              <a:spcBef>
                <a:spcPts val="1600"/>
              </a:spcBef>
              <a:spcAft>
                <a:spcPts val="0"/>
              </a:spcAft>
              <a:buSzPts val="1200"/>
              <a:buChar char="■"/>
              <a:defRPr sz="1200"/>
            </a:lvl3pPr>
            <a:lvl4pPr algn="l" indent="-304800" lvl="3" marL="1828800">
              <a:lnSpc>
                <a:spcPct val="115000"/>
              </a:lnSpc>
              <a:spcBef>
                <a:spcPts val="1600"/>
              </a:spcBef>
              <a:spcAft>
                <a:spcPts val="0"/>
              </a:spcAft>
              <a:buSzPts val="1200"/>
              <a:buChar char="●"/>
              <a:defRPr sz="1200"/>
            </a:lvl4pPr>
            <a:lvl5pPr algn="l" indent="-304800" lvl="4" marL="2286000">
              <a:lnSpc>
                <a:spcPct val="115000"/>
              </a:lnSpc>
              <a:spcBef>
                <a:spcPts val="1600"/>
              </a:spcBef>
              <a:spcAft>
                <a:spcPts val="0"/>
              </a:spcAft>
              <a:buSzPts val="1200"/>
              <a:buChar char="○"/>
              <a:defRPr sz="1200"/>
            </a:lvl5pPr>
            <a:lvl6pPr algn="l" indent="-304800" lvl="5" marL="2743200">
              <a:lnSpc>
                <a:spcPct val="115000"/>
              </a:lnSpc>
              <a:spcBef>
                <a:spcPts val="1600"/>
              </a:spcBef>
              <a:spcAft>
                <a:spcPts val="0"/>
              </a:spcAft>
              <a:buSzPts val="1200"/>
              <a:buChar char="■"/>
              <a:defRPr sz="1200"/>
            </a:lvl6pPr>
            <a:lvl7pPr algn="l" indent="-304800" lvl="6" marL="3200400">
              <a:lnSpc>
                <a:spcPct val="115000"/>
              </a:lnSpc>
              <a:spcBef>
                <a:spcPts val="1600"/>
              </a:spcBef>
              <a:spcAft>
                <a:spcPts val="0"/>
              </a:spcAft>
              <a:buSzPts val="1200"/>
              <a:buChar char="●"/>
              <a:defRPr sz="1200"/>
            </a:lvl7pPr>
            <a:lvl8pPr algn="l" indent="-304800" lvl="7" marL="3657600">
              <a:lnSpc>
                <a:spcPct val="115000"/>
              </a:lnSpc>
              <a:spcBef>
                <a:spcPts val="1600"/>
              </a:spcBef>
              <a:spcAft>
                <a:spcPts val="0"/>
              </a:spcAft>
              <a:buSzPts val="1200"/>
              <a:buChar char="○"/>
              <a:defRPr sz="1200"/>
            </a:lvl8pPr>
            <a:lvl9pPr algn="l" indent="-304800" lvl="8" marL="4114800">
              <a:lnSpc>
                <a:spcPct val="115000"/>
              </a:lnSpc>
              <a:spcBef>
                <a:spcPts val="1600"/>
              </a:spcBef>
              <a:spcAft>
                <a:spcPts val="1600"/>
              </a:spcAft>
              <a:buSzPts val="1200"/>
              <a:buChar char="■"/>
              <a:defRPr sz="1200"/>
            </a:lvl9pPr>
          </a:lstStyle>
          <a:p/>
        </p:txBody>
      </p:sp>
      <p:sp>
        <p:nvSpPr>
          <p:cNvPr id="1048678" name="Google Shape;31;p30"/>
          <p:cNvSpPr txBox="1">
            <a:spLocks noGrp="1"/>
          </p:cNvSpPr>
          <p:nvPr>
            <p:ph type="sldNum" idx="12"/>
          </p:nvPr>
        </p:nvSpPr>
        <p:spPr>
          <a:xfrm>
            <a:off x="8472458" y="4663217"/>
            <a:ext cx="548700" cy="393600"/>
          </a:xfrm>
          <a:prstGeom prst="rect"/>
          <a:noFill/>
          <a:ln>
            <a:noFill/>
          </a:ln>
        </p:spPr>
        <p:txBody>
          <a:bodyPr anchor="ctr" anchorCtr="0" bIns="91425" lIns="91425" rIns="91425" spcFirstLastPara="1" tIns="91425" wrap="square">
            <a:noAutofit/>
          </a:bodyPr>
          <a:lstStyle>
            <a:lvl1pPr algn="r" indent="0" lvl="0" marL="0" marR="0">
              <a:lnSpc>
                <a:spcPct val="100000"/>
              </a:lnSpc>
              <a:spcBef>
                <a:spcPts val="0"/>
              </a:spcBef>
              <a:spcAft>
                <a:spcPts val="0"/>
              </a:spcAft>
              <a:buClr>
                <a:srgbClr val="000000"/>
              </a:buClr>
              <a:buSzPts val="1000"/>
              <a:buFont typeface="Arial"/>
              <a:buNone/>
              <a:defRPr b="0" cap="none" sz="1000" i="0" strike="noStrike" u="none">
                <a:solidFill>
                  <a:schemeClr val="dk2"/>
                </a:solidFill>
                <a:latin typeface="Arial"/>
                <a:ea typeface="Arial"/>
                <a:cs typeface="Arial"/>
                <a:sym typeface="Arial"/>
              </a:defRPr>
            </a:lvl1pPr>
            <a:lvl2pPr algn="r" indent="0" lvl="1" marL="0" marR="0">
              <a:lnSpc>
                <a:spcPct val="100000"/>
              </a:lnSpc>
              <a:spcBef>
                <a:spcPts val="0"/>
              </a:spcBef>
              <a:spcAft>
                <a:spcPts val="0"/>
              </a:spcAft>
              <a:buClr>
                <a:srgbClr val="000000"/>
              </a:buClr>
              <a:buSzPts val="1000"/>
              <a:buFont typeface="Arial"/>
              <a:buNone/>
              <a:defRPr b="0" cap="none" sz="1000" i="0" strike="noStrike" u="none">
                <a:solidFill>
                  <a:schemeClr val="dk2"/>
                </a:solidFill>
                <a:latin typeface="Arial"/>
                <a:ea typeface="Arial"/>
                <a:cs typeface="Arial"/>
                <a:sym typeface="Arial"/>
              </a:defRPr>
            </a:lvl2pPr>
            <a:lvl3pPr algn="r" indent="0" lvl="2" marL="0" marR="0">
              <a:lnSpc>
                <a:spcPct val="100000"/>
              </a:lnSpc>
              <a:spcBef>
                <a:spcPts val="0"/>
              </a:spcBef>
              <a:spcAft>
                <a:spcPts val="0"/>
              </a:spcAft>
              <a:buClr>
                <a:srgbClr val="000000"/>
              </a:buClr>
              <a:buSzPts val="1000"/>
              <a:buFont typeface="Arial"/>
              <a:buNone/>
              <a:defRPr b="0" cap="none" sz="1000" i="0" strike="noStrike" u="none">
                <a:solidFill>
                  <a:schemeClr val="dk2"/>
                </a:solidFill>
                <a:latin typeface="Arial"/>
                <a:ea typeface="Arial"/>
                <a:cs typeface="Arial"/>
                <a:sym typeface="Arial"/>
              </a:defRPr>
            </a:lvl3pPr>
            <a:lvl4pPr algn="r" indent="0" lvl="3" marL="0" marR="0">
              <a:lnSpc>
                <a:spcPct val="100000"/>
              </a:lnSpc>
              <a:spcBef>
                <a:spcPts val="0"/>
              </a:spcBef>
              <a:spcAft>
                <a:spcPts val="0"/>
              </a:spcAft>
              <a:buClr>
                <a:srgbClr val="000000"/>
              </a:buClr>
              <a:buSzPts val="1000"/>
              <a:buFont typeface="Arial"/>
              <a:buNone/>
              <a:defRPr b="0" cap="none" sz="1000" i="0" strike="noStrike" u="none">
                <a:solidFill>
                  <a:schemeClr val="dk2"/>
                </a:solidFill>
                <a:latin typeface="Arial"/>
                <a:ea typeface="Arial"/>
                <a:cs typeface="Arial"/>
                <a:sym typeface="Arial"/>
              </a:defRPr>
            </a:lvl4pPr>
            <a:lvl5pPr algn="r" indent="0" lvl="4" marL="0" marR="0">
              <a:lnSpc>
                <a:spcPct val="100000"/>
              </a:lnSpc>
              <a:spcBef>
                <a:spcPts val="0"/>
              </a:spcBef>
              <a:spcAft>
                <a:spcPts val="0"/>
              </a:spcAft>
              <a:buClr>
                <a:srgbClr val="000000"/>
              </a:buClr>
              <a:buSzPts val="1000"/>
              <a:buFont typeface="Arial"/>
              <a:buNone/>
              <a:defRPr b="0" cap="none" sz="1000" i="0" strike="noStrike" u="none">
                <a:solidFill>
                  <a:schemeClr val="dk2"/>
                </a:solidFill>
                <a:latin typeface="Arial"/>
                <a:ea typeface="Arial"/>
                <a:cs typeface="Arial"/>
                <a:sym typeface="Arial"/>
              </a:defRPr>
            </a:lvl5pPr>
            <a:lvl6pPr algn="r" indent="0" lvl="5" marL="0" marR="0">
              <a:lnSpc>
                <a:spcPct val="100000"/>
              </a:lnSpc>
              <a:spcBef>
                <a:spcPts val="0"/>
              </a:spcBef>
              <a:spcAft>
                <a:spcPts val="0"/>
              </a:spcAft>
              <a:buClr>
                <a:srgbClr val="000000"/>
              </a:buClr>
              <a:buSzPts val="1000"/>
              <a:buFont typeface="Arial"/>
              <a:buNone/>
              <a:defRPr b="0" cap="none" sz="1000" i="0" strike="noStrike" u="none">
                <a:solidFill>
                  <a:schemeClr val="dk2"/>
                </a:solidFill>
                <a:latin typeface="Arial"/>
                <a:ea typeface="Arial"/>
                <a:cs typeface="Arial"/>
                <a:sym typeface="Arial"/>
              </a:defRPr>
            </a:lvl6pPr>
            <a:lvl7pPr algn="r" indent="0" lvl="6" marL="0" marR="0">
              <a:lnSpc>
                <a:spcPct val="100000"/>
              </a:lnSpc>
              <a:spcBef>
                <a:spcPts val="0"/>
              </a:spcBef>
              <a:spcAft>
                <a:spcPts val="0"/>
              </a:spcAft>
              <a:buClr>
                <a:srgbClr val="000000"/>
              </a:buClr>
              <a:buSzPts val="1000"/>
              <a:buFont typeface="Arial"/>
              <a:buNone/>
              <a:defRPr b="0" cap="none" sz="1000" i="0" strike="noStrike" u="none">
                <a:solidFill>
                  <a:schemeClr val="dk2"/>
                </a:solidFill>
                <a:latin typeface="Arial"/>
                <a:ea typeface="Arial"/>
                <a:cs typeface="Arial"/>
                <a:sym typeface="Arial"/>
              </a:defRPr>
            </a:lvl7pPr>
            <a:lvl8pPr algn="r" indent="0" lvl="7" marL="0" marR="0">
              <a:lnSpc>
                <a:spcPct val="100000"/>
              </a:lnSpc>
              <a:spcBef>
                <a:spcPts val="0"/>
              </a:spcBef>
              <a:spcAft>
                <a:spcPts val="0"/>
              </a:spcAft>
              <a:buClr>
                <a:srgbClr val="000000"/>
              </a:buClr>
              <a:buSzPts val="1000"/>
              <a:buFont typeface="Arial"/>
              <a:buNone/>
              <a:defRPr b="0" cap="none" sz="1000" i="0" strike="noStrike" u="none">
                <a:solidFill>
                  <a:schemeClr val="dk2"/>
                </a:solidFill>
                <a:latin typeface="Arial"/>
                <a:ea typeface="Arial"/>
                <a:cs typeface="Arial"/>
                <a:sym typeface="Arial"/>
              </a:defRPr>
            </a:lvl8pPr>
            <a:lvl9pPr algn="r" indent="0" lvl="8" marL="0" marR="0">
              <a:lnSpc>
                <a:spcPct val="100000"/>
              </a:lnSpc>
              <a:spcBef>
                <a:spcPts val="0"/>
              </a:spcBef>
              <a:spcAft>
                <a:spcPts val="0"/>
              </a:spcAft>
              <a:buClr>
                <a:srgbClr val="000000"/>
              </a:buClr>
              <a:buSzPts val="1000"/>
              <a:buFont typeface="Arial"/>
              <a:buNone/>
              <a:defRPr b="0" cap="none" sz="1000" i="0" strike="noStrike" u="none">
                <a:solidFill>
                  <a:schemeClr val="dk2"/>
                </a:solidFill>
                <a:latin typeface="Arial"/>
                <a:ea typeface="Arial"/>
                <a:cs typeface="Arial"/>
                <a:sym typeface="Arial"/>
              </a:defRPr>
            </a:lvl9pPr>
          </a:lstStyle>
          <a:p>
            <a:pPr algn="r" indent="0" lvl="0" marL="0" rtl="0">
              <a:spcBef>
                <a:spcPts val="0"/>
              </a:spcBef>
              <a:spcAft>
                <a:spcPts val="0"/>
              </a:spcAft>
              <a:buNone/>
            </a:pPr>
            <a:fld id="{00000000-1234-1234-1234-123412341234}" type="slidenum">
              <a:rPr lang="en"/>
              <a:t>‹#›</a:t>
            </a:fld>
            <a:endParaRPr lang="e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40" name="Shape 32"/>
        <p:cNvGrpSpPr/>
        <p:nvPr/>
      </p:nvGrpSpPr>
      <p:grpSpPr>
        <a:xfrm>
          <a:off x="0" y="0"/>
          <a:ext cx="0" cy="0"/>
          <a:chOff x="0" y="0"/>
          <a:chExt cx="0" cy="0"/>
        </a:xfrm>
      </p:grpSpPr>
      <p:sp>
        <p:nvSpPr>
          <p:cNvPr id="1048608" name="Google Shape;33;p31"/>
          <p:cNvSpPr txBox="1">
            <a:spLocks noGrp="1"/>
          </p:cNvSpPr>
          <p:nvPr>
            <p:ph type="title"/>
          </p:nvPr>
        </p:nvSpPr>
        <p:spPr>
          <a:xfrm>
            <a:off x="490250" y="450150"/>
            <a:ext cx="6367800" cy="4090800"/>
          </a:xfrm>
          <a:prstGeom prst="rect"/>
          <a:noFill/>
          <a:ln>
            <a:noFill/>
          </a:ln>
        </p:spPr>
        <p:txBody>
          <a:bodyPr anchor="ctr" anchorCtr="0" bIns="91425" lIns="91425" rIns="91425" spcFirstLastPara="1" tIns="91425" wrap="square">
            <a:noAutofit/>
          </a:bodyPr>
          <a:lstStyle>
            <a:lvl1pPr algn="l" lvl="0">
              <a:lnSpc>
                <a:spcPct val="100000"/>
              </a:lnSpc>
              <a:spcBef>
                <a:spcPts val="0"/>
              </a:spcBef>
              <a:spcAft>
                <a:spcPts val="0"/>
              </a:spcAft>
              <a:buSzPts val="4800"/>
              <a:buNone/>
              <a:defRPr sz="4800"/>
            </a:lvl1pPr>
            <a:lvl2pPr algn="l" lvl="1">
              <a:lnSpc>
                <a:spcPct val="100000"/>
              </a:lnSpc>
              <a:spcBef>
                <a:spcPts val="0"/>
              </a:spcBef>
              <a:spcAft>
                <a:spcPts val="0"/>
              </a:spcAft>
              <a:buSzPts val="4800"/>
              <a:buNone/>
              <a:defRPr sz="4800"/>
            </a:lvl2pPr>
            <a:lvl3pPr algn="l" lvl="2">
              <a:lnSpc>
                <a:spcPct val="100000"/>
              </a:lnSpc>
              <a:spcBef>
                <a:spcPts val="0"/>
              </a:spcBef>
              <a:spcAft>
                <a:spcPts val="0"/>
              </a:spcAft>
              <a:buSzPts val="4800"/>
              <a:buNone/>
              <a:defRPr sz="4800"/>
            </a:lvl3pPr>
            <a:lvl4pPr algn="l" lvl="3">
              <a:lnSpc>
                <a:spcPct val="100000"/>
              </a:lnSpc>
              <a:spcBef>
                <a:spcPts val="0"/>
              </a:spcBef>
              <a:spcAft>
                <a:spcPts val="0"/>
              </a:spcAft>
              <a:buSzPts val="4800"/>
              <a:buNone/>
              <a:defRPr sz="4800"/>
            </a:lvl4pPr>
            <a:lvl5pPr algn="l" lvl="4">
              <a:lnSpc>
                <a:spcPct val="100000"/>
              </a:lnSpc>
              <a:spcBef>
                <a:spcPts val="0"/>
              </a:spcBef>
              <a:spcAft>
                <a:spcPts val="0"/>
              </a:spcAft>
              <a:buSzPts val="4800"/>
              <a:buNone/>
              <a:defRPr sz="4800"/>
            </a:lvl5pPr>
            <a:lvl6pPr algn="l" lvl="5">
              <a:lnSpc>
                <a:spcPct val="100000"/>
              </a:lnSpc>
              <a:spcBef>
                <a:spcPts val="0"/>
              </a:spcBef>
              <a:spcAft>
                <a:spcPts val="0"/>
              </a:spcAft>
              <a:buSzPts val="4800"/>
              <a:buNone/>
              <a:defRPr sz="4800"/>
            </a:lvl6pPr>
            <a:lvl7pPr algn="l" lvl="6">
              <a:lnSpc>
                <a:spcPct val="100000"/>
              </a:lnSpc>
              <a:spcBef>
                <a:spcPts val="0"/>
              </a:spcBef>
              <a:spcAft>
                <a:spcPts val="0"/>
              </a:spcAft>
              <a:buSzPts val="4800"/>
              <a:buNone/>
              <a:defRPr sz="4800"/>
            </a:lvl7pPr>
            <a:lvl8pPr algn="l" lvl="7">
              <a:lnSpc>
                <a:spcPct val="100000"/>
              </a:lnSpc>
              <a:spcBef>
                <a:spcPts val="0"/>
              </a:spcBef>
              <a:spcAft>
                <a:spcPts val="0"/>
              </a:spcAft>
              <a:buSzPts val="4800"/>
              <a:buNone/>
              <a:defRPr sz="4800"/>
            </a:lvl8pPr>
            <a:lvl9pPr algn="l" lvl="8">
              <a:lnSpc>
                <a:spcPct val="100000"/>
              </a:lnSpc>
              <a:spcBef>
                <a:spcPts val="0"/>
              </a:spcBef>
              <a:spcAft>
                <a:spcPts val="0"/>
              </a:spcAft>
              <a:buSzPts val="4800"/>
              <a:buNone/>
              <a:defRPr sz="4800"/>
            </a:lvl9pPr>
          </a:lstStyle>
          <a:p/>
        </p:txBody>
      </p:sp>
      <p:sp>
        <p:nvSpPr>
          <p:cNvPr id="1048609" name="Google Shape;34;p31"/>
          <p:cNvSpPr txBox="1">
            <a:spLocks noGrp="1"/>
          </p:cNvSpPr>
          <p:nvPr>
            <p:ph type="sldNum" idx="12"/>
          </p:nvPr>
        </p:nvSpPr>
        <p:spPr>
          <a:xfrm>
            <a:off x="8472458" y="4663217"/>
            <a:ext cx="548700" cy="393600"/>
          </a:xfrm>
          <a:prstGeom prst="rect"/>
          <a:noFill/>
          <a:ln>
            <a:noFill/>
          </a:ln>
        </p:spPr>
        <p:txBody>
          <a:bodyPr anchor="ctr" anchorCtr="0" bIns="91425" lIns="91425" rIns="91425" spcFirstLastPara="1" tIns="91425" wrap="square">
            <a:noAutofit/>
          </a:bodyPr>
          <a:lstStyle>
            <a:lvl1pPr algn="r" indent="0" lvl="0" marL="0" marR="0">
              <a:lnSpc>
                <a:spcPct val="100000"/>
              </a:lnSpc>
              <a:spcBef>
                <a:spcPts val="0"/>
              </a:spcBef>
              <a:spcAft>
                <a:spcPts val="0"/>
              </a:spcAft>
              <a:buClr>
                <a:srgbClr val="000000"/>
              </a:buClr>
              <a:buSzPts val="1000"/>
              <a:buFont typeface="Arial"/>
              <a:buNone/>
              <a:defRPr b="0" cap="none" sz="1000" i="0" strike="noStrike" u="none">
                <a:solidFill>
                  <a:schemeClr val="dk2"/>
                </a:solidFill>
                <a:latin typeface="Arial"/>
                <a:ea typeface="Arial"/>
                <a:cs typeface="Arial"/>
                <a:sym typeface="Arial"/>
              </a:defRPr>
            </a:lvl1pPr>
            <a:lvl2pPr algn="r" indent="0" lvl="1" marL="0" marR="0">
              <a:lnSpc>
                <a:spcPct val="100000"/>
              </a:lnSpc>
              <a:spcBef>
                <a:spcPts val="0"/>
              </a:spcBef>
              <a:spcAft>
                <a:spcPts val="0"/>
              </a:spcAft>
              <a:buClr>
                <a:srgbClr val="000000"/>
              </a:buClr>
              <a:buSzPts val="1000"/>
              <a:buFont typeface="Arial"/>
              <a:buNone/>
              <a:defRPr b="0" cap="none" sz="1000" i="0" strike="noStrike" u="none">
                <a:solidFill>
                  <a:schemeClr val="dk2"/>
                </a:solidFill>
                <a:latin typeface="Arial"/>
                <a:ea typeface="Arial"/>
                <a:cs typeface="Arial"/>
                <a:sym typeface="Arial"/>
              </a:defRPr>
            </a:lvl2pPr>
            <a:lvl3pPr algn="r" indent="0" lvl="2" marL="0" marR="0">
              <a:lnSpc>
                <a:spcPct val="100000"/>
              </a:lnSpc>
              <a:spcBef>
                <a:spcPts val="0"/>
              </a:spcBef>
              <a:spcAft>
                <a:spcPts val="0"/>
              </a:spcAft>
              <a:buClr>
                <a:srgbClr val="000000"/>
              </a:buClr>
              <a:buSzPts val="1000"/>
              <a:buFont typeface="Arial"/>
              <a:buNone/>
              <a:defRPr b="0" cap="none" sz="1000" i="0" strike="noStrike" u="none">
                <a:solidFill>
                  <a:schemeClr val="dk2"/>
                </a:solidFill>
                <a:latin typeface="Arial"/>
                <a:ea typeface="Arial"/>
                <a:cs typeface="Arial"/>
                <a:sym typeface="Arial"/>
              </a:defRPr>
            </a:lvl3pPr>
            <a:lvl4pPr algn="r" indent="0" lvl="3" marL="0" marR="0">
              <a:lnSpc>
                <a:spcPct val="100000"/>
              </a:lnSpc>
              <a:spcBef>
                <a:spcPts val="0"/>
              </a:spcBef>
              <a:spcAft>
                <a:spcPts val="0"/>
              </a:spcAft>
              <a:buClr>
                <a:srgbClr val="000000"/>
              </a:buClr>
              <a:buSzPts val="1000"/>
              <a:buFont typeface="Arial"/>
              <a:buNone/>
              <a:defRPr b="0" cap="none" sz="1000" i="0" strike="noStrike" u="none">
                <a:solidFill>
                  <a:schemeClr val="dk2"/>
                </a:solidFill>
                <a:latin typeface="Arial"/>
                <a:ea typeface="Arial"/>
                <a:cs typeface="Arial"/>
                <a:sym typeface="Arial"/>
              </a:defRPr>
            </a:lvl4pPr>
            <a:lvl5pPr algn="r" indent="0" lvl="4" marL="0" marR="0">
              <a:lnSpc>
                <a:spcPct val="100000"/>
              </a:lnSpc>
              <a:spcBef>
                <a:spcPts val="0"/>
              </a:spcBef>
              <a:spcAft>
                <a:spcPts val="0"/>
              </a:spcAft>
              <a:buClr>
                <a:srgbClr val="000000"/>
              </a:buClr>
              <a:buSzPts val="1000"/>
              <a:buFont typeface="Arial"/>
              <a:buNone/>
              <a:defRPr b="0" cap="none" sz="1000" i="0" strike="noStrike" u="none">
                <a:solidFill>
                  <a:schemeClr val="dk2"/>
                </a:solidFill>
                <a:latin typeface="Arial"/>
                <a:ea typeface="Arial"/>
                <a:cs typeface="Arial"/>
                <a:sym typeface="Arial"/>
              </a:defRPr>
            </a:lvl5pPr>
            <a:lvl6pPr algn="r" indent="0" lvl="5" marL="0" marR="0">
              <a:lnSpc>
                <a:spcPct val="100000"/>
              </a:lnSpc>
              <a:spcBef>
                <a:spcPts val="0"/>
              </a:spcBef>
              <a:spcAft>
                <a:spcPts val="0"/>
              </a:spcAft>
              <a:buClr>
                <a:srgbClr val="000000"/>
              </a:buClr>
              <a:buSzPts val="1000"/>
              <a:buFont typeface="Arial"/>
              <a:buNone/>
              <a:defRPr b="0" cap="none" sz="1000" i="0" strike="noStrike" u="none">
                <a:solidFill>
                  <a:schemeClr val="dk2"/>
                </a:solidFill>
                <a:latin typeface="Arial"/>
                <a:ea typeface="Arial"/>
                <a:cs typeface="Arial"/>
                <a:sym typeface="Arial"/>
              </a:defRPr>
            </a:lvl6pPr>
            <a:lvl7pPr algn="r" indent="0" lvl="6" marL="0" marR="0">
              <a:lnSpc>
                <a:spcPct val="100000"/>
              </a:lnSpc>
              <a:spcBef>
                <a:spcPts val="0"/>
              </a:spcBef>
              <a:spcAft>
                <a:spcPts val="0"/>
              </a:spcAft>
              <a:buClr>
                <a:srgbClr val="000000"/>
              </a:buClr>
              <a:buSzPts val="1000"/>
              <a:buFont typeface="Arial"/>
              <a:buNone/>
              <a:defRPr b="0" cap="none" sz="1000" i="0" strike="noStrike" u="none">
                <a:solidFill>
                  <a:schemeClr val="dk2"/>
                </a:solidFill>
                <a:latin typeface="Arial"/>
                <a:ea typeface="Arial"/>
                <a:cs typeface="Arial"/>
                <a:sym typeface="Arial"/>
              </a:defRPr>
            </a:lvl7pPr>
            <a:lvl8pPr algn="r" indent="0" lvl="7" marL="0" marR="0">
              <a:lnSpc>
                <a:spcPct val="100000"/>
              </a:lnSpc>
              <a:spcBef>
                <a:spcPts val="0"/>
              </a:spcBef>
              <a:spcAft>
                <a:spcPts val="0"/>
              </a:spcAft>
              <a:buClr>
                <a:srgbClr val="000000"/>
              </a:buClr>
              <a:buSzPts val="1000"/>
              <a:buFont typeface="Arial"/>
              <a:buNone/>
              <a:defRPr b="0" cap="none" sz="1000" i="0" strike="noStrike" u="none">
                <a:solidFill>
                  <a:schemeClr val="dk2"/>
                </a:solidFill>
                <a:latin typeface="Arial"/>
                <a:ea typeface="Arial"/>
                <a:cs typeface="Arial"/>
                <a:sym typeface="Arial"/>
              </a:defRPr>
            </a:lvl8pPr>
            <a:lvl9pPr algn="r" indent="0" lvl="8" marL="0" marR="0">
              <a:lnSpc>
                <a:spcPct val="100000"/>
              </a:lnSpc>
              <a:spcBef>
                <a:spcPts val="0"/>
              </a:spcBef>
              <a:spcAft>
                <a:spcPts val="0"/>
              </a:spcAft>
              <a:buClr>
                <a:srgbClr val="000000"/>
              </a:buClr>
              <a:buSzPts val="1000"/>
              <a:buFont typeface="Arial"/>
              <a:buNone/>
              <a:defRPr b="0" cap="none" sz="1000" i="0" strike="noStrike" u="none">
                <a:solidFill>
                  <a:schemeClr val="dk2"/>
                </a:solidFill>
                <a:latin typeface="Arial"/>
                <a:ea typeface="Arial"/>
                <a:cs typeface="Arial"/>
                <a:sym typeface="Arial"/>
              </a:defRPr>
            </a:lvl9pPr>
          </a:lstStyle>
          <a:p>
            <a:pPr algn="r" indent="0" lvl="0" marL="0" rtl="0">
              <a:spcBef>
                <a:spcPts val="0"/>
              </a:spcBef>
              <a:spcAft>
                <a:spcPts val="0"/>
              </a:spcAft>
              <a:buNone/>
            </a:pPr>
            <a:fld id="{00000000-1234-1234-1234-123412341234}" type="slidenum">
              <a:rPr lang="en"/>
              <a:t>‹#›</a:t>
            </a:fld>
            <a:endParaRPr lang="e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76" name="Shape 35"/>
        <p:cNvGrpSpPr/>
        <p:nvPr/>
      </p:nvGrpSpPr>
      <p:grpSpPr>
        <a:xfrm>
          <a:off x="0" y="0"/>
          <a:ext cx="0" cy="0"/>
          <a:chOff x="0" y="0"/>
          <a:chExt cx="0" cy="0"/>
        </a:xfrm>
      </p:grpSpPr>
      <p:sp>
        <p:nvSpPr>
          <p:cNvPr id="1048667" name="Google Shape;36;p32"/>
          <p:cNvSpPr/>
          <p:nvPr/>
        </p:nvSpPr>
        <p:spPr>
          <a:xfrm>
            <a:off x="4572000" y="-125"/>
            <a:ext cx="4572000" cy="5143500"/>
          </a:xfrm>
          <a:prstGeom prst="rect"/>
          <a:solidFill>
            <a:schemeClr val="lt2"/>
          </a:solidFill>
          <a:ln>
            <a:noFill/>
          </a:ln>
        </p:spPr>
        <p:txBody>
          <a:bodyPr anchor="ctr" anchorCtr="0" bIns="91425" lIns="91425" rIns="91425" spcFirstLastPara="1" tIns="91425" wrap="square">
            <a:noAutofit/>
          </a:bodyPr>
          <a:p>
            <a:pPr algn="l" indent="0" lvl="0" marL="0" marR="0" rtl="0">
              <a:lnSpc>
                <a:spcPct val="100000"/>
              </a:lnSpc>
              <a:spcBef>
                <a:spcPts val="0"/>
              </a:spcBef>
              <a:spcAft>
                <a:spcPts val="0"/>
              </a:spcAft>
              <a:buClr>
                <a:srgbClr val="000000"/>
              </a:buClr>
              <a:buSzPts val="1400"/>
              <a:buFont typeface="Arial"/>
              <a:buNone/>
            </a:pPr>
            <a:endParaRPr b="0" cap="none" sz="1400" i="0" strike="noStrike" u="none">
              <a:solidFill>
                <a:srgbClr val="000000"/>
              </a:solidFill>
              <a:latin typeface="Arial"/>
              <a:ea typeface="Arial"/>
              <a:cs typeface="Arial"/>
              <a:sym typeface="Arial"/>
            </a:endParaRPr>
          </a:p>
        </p:txBody>
      </p:sp>
      <p:sp>
        <p:nvSpPr>
          <p:cNvPr id="1048668" name="Google Shape;37;p32"/>
          <p:cNvSpPr txBox="1">
            <a:spLocks noGrp="1"/>
          </p:cNvSpPr>
          <p:nvPr>
            <p:ph type="title"/>
          </p:nvPr>
        </p:nvSpPr>
        <p:spPr>
          <a:xfrm>
            <a:off x="265500" y="1233175"/>
            <a:ext cx="4045200" cy="1482300"/>
          </a:xfrm>
          <a:prstGeom prst="rect"/>
          <a:noFill/>
          <a:ln>
            <a:noFill/>
          </a:ln>
        </p:spPr>
        <p:txBody>
          <a:bodyPr anchor="b" anchorCtr="0" bIns="91425" lIns="91425" rIns="91425" spcFirstLastPara="1" tIns="91425" wrap="square">
            <a:noAutofit/>
          </a:bodyPr>
          <a:lstStyle>
            <a:lvl1pPr algn="ctr" lvl="0">
              <a:lnSpc>
                <a:spcPct val="100000"/>
              </a:lnSpc>
              <a:spcBef>
                <a:spcPts val="0"/>
              </a:spcBef>
              <a:spcAft>
                <a:spcPts val="0"/>
              </a:spcAft>
              <a:buSzPts val="4200"/>
              <a:buNone/>
              <a:defRPr sz="4200"/>
            </a:lvl1pPr>
            <a:lvl2pPr algn="ctr" lvl="1">
              <a:lnSpc>
                <a:spcPct val="100000"/>
              </a:lnSpc>
              <a:spcBef>
                <a:spcPts val="0"/>
              </a:spcBef>
              <a:spcAft>
                <a:spcPts val="0"/>
              </a:spcAft>
              <a:buSzPts val="4200"/>
              <a:buNone/>
              <a:defRPr sz="4200"/>
            </a:lvl2pPr>
            <a:lvl3pPr algn="ctr" lvl="2">
              <a:lnSpc>
                <a:spcPct val="100000"/>
              </a:lnSpc>
              <a:spcBef>
                <a:spcPts val="0"/>
              </a:spcBef>
              <a:spcAft>
                <a:spcPts val="0"/>
              </a:spcAft>
              <a:buSzPts val="4200"/>
              <a:buNone/>
              <a:defRPr sz="4200"/>
            </a:lvl3pPr>
            <a:lvl4pPr algn="ctr" lvl="3">
              <a:lnSpc>
                <a:spcPct val="100000"/>
              </a:lnSpc>
              <a:spcBef>
                <a:spcPts val="0"/>
              </a:spcBef>
              <a:spcAft>
                <a:spcPts val="0"/>
              </a:spcAft>
              <a:buSzPts val="4200"/>
              <a:buNone/>
              <a:defRPr sz="4200"/>
            </a:lvl4pPr>
            <a:lvl5pPr algn="ctr" lvl="4">
              <a:lnSpc>
                <a:spcPct val="100000"/>
              </a:lnSpc>
              <a:spcBef>
                <a:spcPts val="0"/>
              </a:spcBef>
              <a:spcAft>
                <a:spcPts val="0"/>
              </a:spcAft>
              <a:buSzPts val="4200"/>
              <a:buNone/>
              <a:defRPr sz="4200"/>
            </a:lvl5pPr>
            <a:lvl6pPr algn="ctr" lvl="5">
              <a:lnSpc>
                <a:spcPct val="100000"/>
              </a:lnSpc>
              <a:spcBef>
                <a:spcPts val="0"/>
              </a:spcBef>
              <a:spcAft>
                <a:spcPts val="0"/>
              </a:spcAft>
              <a:buSzPts val="4200"/>
              <a:buNone/>
              <a:defRPr sz="4200"/>
            </a:lvl6pPr>
            <a:lvl7pPr algn="ctr" lvl="6">
              <a:lnSpc>
                <a:spcPct val="100000"/>
              </a:lnSpc>
              <a:spcBef>
                <a:spcPts val="0"/>
              </a:spcBef>
              <a:spcAft>
                <a:spcPts val="0"/>
              </a:spcAft>
              <a:buSzPts val="4200"/>
              <a:buNone/>
              <a:defRPr sz="4200"/>
            </a:lvl7pPr>
            <a:lvl8pPr algn="ctr" lvl="7">
              <a:lnSpc>
                <a:spcPct val="100000"/>
              </a:lnSpc>
              <a:spcBef>
                <a:spcPts val="0"/>
              </a:spcBef>
              <a:spcAft>
                <a:spcPts val="0"/>
              </a:spcAft>
              <a:buSzPts val="4200"/>
              <a:buNone/>
              <a:defRPr sz="4200"/>
            </a:lvl8pPr>
            <a:lvl9pPr algn="ctr" lvl="8">
              <a:lnSpc>
                <a:spcPct val="100000"/>
              </a:lnSpc>
              <a:spcBef>
                <a:spcPts val="0"/>
              </a:spcBef>
              <a:spcAft>
                <a:spcPts val="0"/>
              </a:spcAft>
              <a:buSzPts val="4200"/>
              <a:buNone/>
              <a:defRPr sz="4200"/>
            </a:lvl9pPr>
          </a:lstStyle>
          <a:p/>
        </p:txBody>
      </p:sp>
      <p:sp>
        <p:nvSpPr>
          <p:cNvPr id="1048669" name="Google Shape;38;p32"/>
          <p:cNvSpPr txBox="1">
            <a:spLocks noGrp="1"/>
          </p:cNvSpPr>
          <p:nvPr>
            <p:ph type="subTitle" idx="1"/>
          </p:nvPr>
        </p:nvSpPr>
        <p:spPr>
          <a:xfrm>
            <a:off x="265500" y="2803075"/>
            <a:ext cx="4045200" cy="1235100"/>
          </a:xfrm>
          <a:prstGeom prst="rect"/>
          <a:noFill/>
          <a:ln>
            <a:noFill/>
          </a:ln>
        </p:spPr>
        <p:txBody>
          <a:bodyPr anchor="t" anchorCtr="0" bIns="91425" lIns="91425" rIns="91425" spcFirstLastPara="1" tIns="91425" wrap="square">
            <a:noAutofit/>
          </a:bodyPr>
          <a:lstStyle>
            <a:lvl1pPr algn="ctr" lvl="0">
              <a:lnSpc>
                <a:spcPct val="100000"/>
              </a:lnSpc>
              <a:spcBef>
                <a:spcPts val="0"/>
              </a:spcBef>
              <a:spcAft>
                <a:spcPts val="0"/>
              </a:spcAft>
              <a:buSzPts val="2100"/>
              <a:buNone/>
              <a:defRPr sz="2100"/>
            </a:lvl1pPr>
            <a:lvl2pPr algn="ctr" lvl="1">
              <a:lnSpc>
                <a:spcPct val="100000"/>
              </a:lnSpc>
              <a:spcBef>
                <a:spcPts val="0"/>
              </a:spcBef>
              <a:spcAft>
                <a:spcPts val="0"/>
              </a:spcAft>
              <a:buSzPts val="2100"/>
              <a:buNone/>
              <a:defRPr sz="2100"/>
            </a:lvl2pPr>
            <a:lvl3pPr algn="ctr" lvl="2">
              <a:lnSpc>
                <a:spcPct val="100000"/>
              </a:lnSpc>
              <a:spcBef>
                <a:spcPts val="0"/>
              </a:spcBef>
              <a:spcAft>
                <a:spcPts val="0"/>
              </a:spcAft>
              <a:buSzPts val="2100"/>
              <a:buNone/>
              <a:defRPr sz="2100"/>
            </a:lvl3pPr>
            <a:lvl4pPr algn="ctr" lvl="3">
              <a:lnSpc>
                <a:spcPct val="100000"/>
              </a:lnSpc>
              <a:spcBef>
                <a:spcPts val="0"/>
              </a:spcBef>
              <a:spcAft>
                <a:spcPts val="0"/>
              </a:spcAft>
              <a:buSzPts val="2100"/>
              <a:buNone/>
              <a:defRPr sz="2100"/>
            </a:lvl4pPr>
            <a:lvl5pPr algn="ctr" lvl="4">
              <a:lnSpc>
                <a:spcPct val="100000"/>
              </a:lnSpc>
              <a:spcBef>
                <a:spcPts val="0"/>
              </a:spcBef>
              <a:spcAft>
                <a:spcPts val="0"/>
              </a:spcAft>
              <a:buSzPts val="2100"/>
              <a:buNone/>
              <a:defRPr sz="2100"/>
            </a:lvl5pPr>
            <a:lvl6pPr algn="ctr" lvl="5">
              <a:lnSpc>
                <a:spcPct val="100000"/>
              </a:lnSpc>
              <a:spcBef>
                <a:spcPts val="0"/>
              </a:spcBef>
              <a:spcAft>
                <a:spcPts val="0"/>
              </a:spcAft>
              <a:buSzPts val="2100"/>
              <a:buNone/>
              <a:defRPr sz="2100"/>
            </a:lvl6pPr>
            <a:lvl7pPr algn="ctr" lvl="6">
              <a:lnSpc>
                <a:spcPct val="100000"/>
              </a:lnSpc>
              <a:spcBef>
                <a:spcPts val="0"/>
              </a:spcBef>
              <a:spcAft>
                <a:spcPts val="0"/>
              </a:spcAft>
              <a:buSzPts val="2100"/>
              <a:buNone/>
              <a:defRPr sz="2100"/>
            </a:lvl7pPr>
            <a:lvl8pPr algn="ctr" lvl="7">
              <a:lnSpc>
                <a:spcPct val="100000"/>
              </a:lnSpc>
              <a:spcBef>
                <a:spcPts val="0"/>
              </a:spcBef>
              <a:spcAft>
                <a:spcPts val="0"/>
              </a:spcAft>
              <a:buSzPts val="2100"/>
              <a:buNone/>
              <a:defRPr sz="2100"/>
            </a:lvl8pPr>
            <a:lvl9pPr algn="ctr" lvl="8">
              <a:lnSpc>
                <a:spcPct val="100000"/>
              </a:lnSpc>
              <a:spcBef>
                <a:spcPts val="0"/>
              </a:spcBef>
              <a:spcAft>
                <a:spcPts val="0"/>
              </a:spcAft>
              <a:buSzPts val="2100"/>
              <a:buNone/>
              <a:defRPr sz="2100"/>
            </a:lvl9pPr>
          </a:lstStyle>
          <a:p/>
        </p:txBody>
      </p:sp>
      <p:sp>
        <p:nvSpPr>
          <p:cNvPr id="1048670" name="Google Shape;39;p32"/>
          <p:cNvSpPr txBox="1">
            <a:spLocks noGrp="1"/>
          </p:cNvSpPr>
          <p:nvPr>
            <p:ph type="body" idx="2"/>
          </p:nvPr>
        </p:nvSpPr>
        <p:spPr>
          <a:xfrm>
            <a:off x="4939500" y="724075"/>
            <a:ext cx="3837000" cy="3695100"/>
          </a:xfrm>
          <a:prstGeom prst="rect"/>
          <a:noFill/>
          <a:ln>
            <a:noFill/>
          </a:ln>
        </p:spPr>
        <p:txBody>
          <a:bodyPr anchor="ctr" anchorCtr="0" bIns="91425" lIns="91425" rIns="91425" spcFirstLastPara="1" tIns="91425" wrap="square">
            <a:noAutofit/>
          </a:bodyPr>
          <a:lstStyle>
            <a:lvl1pPr algn="l" indent="-342892" lvl="0" marL="457189">
              <a:lnSpc>
                <a:spcPct val="115000"/>
              </a:lnSpc>
              <a:spcBef>
                <a:spcPts val="0"/>
              </a:spcBef>
              <a:spcAft>
                <a:spcPts val="0"/>
              </a:spcAft>
              <a:buSzPts val="1800"/>
              <a:buChar char="●"/>
            </a:lvl1pPr>
            <a:lvl2pPr algn="l" indent="-317492" lvl="1" marL="914378">
              <a:lnSpc>
                <a:spcPct val="115000"/>
              </a:lnSpc>
              <a:spcBef>
                <a:spcPts val="1600"/>
              </a:spcBef>
              <a:spcAft>
                <a:spcPts val="0"/>
              </a:spcAft>
              <a:buSzPts val="1400"/>
              <a:buChar char="○"/>
            </a:lvl2pPr>
            <a:lvl3pPr algn="l" indent="-317492" lvl="2" marL="1371566">
              <a:lnSpc>
                <a:spcPct val="115000"/>
              </a:lnSpc>
              <a:spcBef>
                <a:spcPts val="1600"/>
              </a:spcBef>
              <a:spcAft>
                <a:spcPts val="0"/>
              </a:spcAft>
              <a:buSzPts val="1400"/>
              <a:buChar char="■"/>
            </a:lvl3pPr>
            <a:lvl4pPr algn="l" indent="-317492" lvl="3" marL="1828754">
              <a:lnSpc>
                <a:spcPct val="115000"/>
              </a:lnSpc>
              <a:spcBef>
                <a:spcPts val="1600"/>
              </a:spcBef>
              <a:spcAft>
                <a:spcPts val="0"/>
              </a:spcAft>
              <a:buSzPts val="1400"/>
              <a:buChar char="●"/>
            </a:lvl4pPr>
            <a:lvl5pPr algn="l" indent="-317492" lvl="4" marL="2285943">
              <a:lnSpc>
                <a:spcPct val="115000"/>
              </a:lnSpc>
              <a:spcBef>
                <a:spcPts val="1600"/>
              </a:spcBef>
              <a:spcAft>
                <a:spcPts val="0"/>
              </a:spcAft>
              <a:buSzPts val="1400"/>
              <a:buChar char="○"/>
            </a:lvl5pPr>
            <a:lvl6pPr algn="l" indent="-317492" lvl="5" marL="2743132">
              <a:lnSpc>
                <a:spcPct val="115000"/>
              </a:lnSpc>
              <a:spcBef>
                <a:spcPts val="1600"/>
              </a:spcBef>
              <a:spcAft>
                <a:spcPts val="0"/>
              </a:spcAft>
              <a:buSzPts val="1400"/>
              <a:buChar char="■"/>
            </a:lvl6pPr>
            <a:lvl7pPr algn="l" indent="-317492" lvl="6" marL="3200320">
              <a:lnSpc>
                <a:spcPct val="115000"/>
              </a:lnSpc>
              <a:spcBef>
                <a:spcPts val="1600"/>
              </a:spcBef>
              <a:spcAft>
                <a:spcPts val="0"/>
              </a:spcAft>
              <a:buSzPts val="1400"/>
              <a:buChar char="●"/>
            </a:lvl7pPr>
            <a:lvl8pPr algn="l" indent="-317492" lvl="7" marL="3657509">
              <a:lnSpc>
                <a:spcPct val="115000"/>
              </a:lnSpc>
              <a:spcBef>
                <a:spcPts val="1600"/>
              </a:spcBef>
              <a:spcAft>
                <a:spcPts val="0"/>
              </a:spcAft>
              <a:buSzPts val="1400"/>
              <a:buChar char="○"/>
            </a:lvl8pPr>
            <a:lvl9pPr algn="l" indent="-317492" lvl="8" marL="4114697">
              <a:lnSpc>
                <a:spcPct val="115000"/>
              </a:lnSpc>
              <a:spcBef>
                <a:spcPts val="1600"/>
              </a:spcBef>
              <a:spcAft>
                <a:spcPts val="1600"/>
              </a:spcAft>
              <a:buSzPts val="1400"/>
              <a:buChar char="■"/>
            </a:lvl9pPr>
          </a:lstStyle>
          <a:p/>
        </p:txBody>
      </p:sp>
      <p:sp>
        <p:nvSpPr>
          <p:cNvPr id="1048671" name="Google Shape;40;p32"/>
          <p:cNvSpPr txBox="1">
            <a:spLocks noGrp="1"/>
          </p:cNvSpPr>
          <p:nvPr>
            <p:ph type="sldNum" idx="12"/>
          </p:nvPr>
        </p:nvSpPr>
        <p:spPr>
          <a:xfrm>
            <a:off x="8472458" y="4663217"/>
            <a:ext cx="548700" cy="393600"/>
          </a:xfrm>
          <a:prstGeom prst="rect"/>
          <a:noFill/>
          <a:ln>
            <a:noFill/>
          </a:ln>
        </p:spPr>
        <p:txBody>
          <a:bodyPr anchor="ctr" anchorCtr="0" bIns="91425" lIns="91425" rIns="91425" spcFirstLastPara="1" tIns="91425" wrap="square">
            <a:noAutofit/>
          </a:bodyPr>
          <a:lstStyle>
            <a:lvl1pPr algn="r" indent="0" lvl="0" marL="0" marR="0">
              <a:lnSpc>
                <a:spcPct val="100000"/>
              </a:lnSpc>
              <a:spcBef>
                <a:spcPts val="0"/>
              </a:spcBef>
              <a:spcAft>
                <a:spcPts val="0"/>
              </a:spcAft>
              <a:buClr>
                <a:srgbClr val="000000"/>
              </a:buClr>
              <a:buSzPts val="1000"/>
              <a:buFont typeface="Arial"/>
              <a:buNone/>
              <a:defRPr b="0" cap="none" sz="1000" i="0" strike="noStrike" u="none">
                <a:solidFill>
                  <a:schemeClr val="dk2"/>
                </a:solidFill>
                <a:latin typeface="Arial"/>
                <a:ea typeface="Arial"/>
                <a:cs typeface="Arial"/>
                <a:sym typeface="Arial"/>
              </a:defRPr>
            </a:lvl1pPr>
            <a:lvl2pPr algn="r" indent="0" lvl="1" marL="0" marR="0">
              <a:lnSpc>
                <a:spcPct val="100000"/>
              </a:lnSpc>
              <a:spcBef>
                <a:spcPts val="0"/>
              </a:spcBef>
              <a:spcAft>
                <a:spcPts val="0"/>
              </a:spcAft>
              <a:buClr>
                <a:srgbClr val="000000"/>
              </a:buClr>
              <a:buSzPts val="1000"/>
              <a:buFont typeface="Arial"/>
              <a:buNone/>
              <a:defRPr b="0" cap="none" sz="1000" i="0" strike="noStrike" u="none">
                <a:solidFill>
                  <a:schemeClr val="dk2"/>
                </a:solidFill>
                <a:latin typeface="Arial"/>
                <a:ea typeface="Arial"/>
                <a:cs typeface="Arial"/>
                <a:sym typeface="Arial"/>
              </a:defRPr>
            </a:lvl2pPr>
            <a:lvl3pPr algn="r" indent="0" lvl="2" marL="0" marR="0">
              <a:lnSpc>
                <a:spcPct val="100000"/>
              </a:lnSpc>
              <a:spcBef>
                <a:spcPts val="0"/>
              </a:spcBef>
              <a:spcAft>
                <a:spcPts val="0"/>
              </a:spcAft>
              <a:buClr>
                <a:srgbClr val="000000"/>
              </a:buClr>
              <a:buSzPts val="1000"/>
              <a:buFont typeface="Arial"/>
              <a:buNone/>
              <a:defRPr b="0" cap="none" sz="1000" i="0" strike="noStrike" u="none">
                <a:solidFill>
                  <a:schemeClr val="dk2"/>
                </a:solidFill>
                <a:latin typeface="Arial"/>
                <a:ea typeface="Arial"/>
                <a:cs typeface="Arial"/>
                <a:sym typeface="Arial"/>
              </a:defRPr>
            </a:lvl3pPr>
            <a:lvl4pPr algn="r" indent="0" lvl="3" marL="0" marR="0">
              <a:lnSpc>
                <a:spcPct val="100000"/>
              </a:lnSpc>
              <a:spcBef>
                <a:spcPts val="0"/>
              </a:spcBef>
              <a:spcAft>
                <a:spcPts val="0"/>
              </a:spcAft>
              <a:buClr>
                <a:srgbClr val="000000"/>
              </a:buClr>
              <a:buSzPts val="1000"/>
              <a:buFont typeface="Arial"/>
              <a:buNone/>
              <a:defRPr b="0" cap="none" sz="1000" i="0" strike="noStrike" u="none">
                <a:solidFill>
                  <a:schemeClr val="dk2"/>
                </a:solidFill>
                <a:latin typeface="Arial"/>
                <a:ea typeface="Arial"/>
                <a:cs typeface="Arial"/>
                <a:sym typeface="Arial"/>
              </a:defRPr>
            </a:lvl4pPr>
            <a:lvl5pPr algn="r" indent="0" lvl="4" marL="0" marR="0">
              <a:lnSpc>
                <a:spcPct val="100000"/>
              </a:lnSpc>
              <a:spcBef>
                <a:spcPts val="0"/>
              </a:spcBef>
              <a:spcAft>
                <a:spcPts val="0"/>
              </a:spcAft>
              <a:buClr>
                <a:srgbClr val="000000"/>
              </a:buClr>
              <a:buSzPts val="1000"/>
              <a:buFont typeface="Arial"/>
              <a:buNone/>
              <a:defRPr b="0" cap="none" sz="1000" i="0" strike="noStrike" u="none">
                <a:solidFill>
                  <a:schemeClr val="dk2"/>
                </a:solidFill>
                <a:latin typeface="Arial"/>
                <a:ea typeface="Arial"/>
                <a:cs typeface="Arial"/>
                <a:sym typeface="Arial"/>
              </a:defRPr>
            </a:lvl5pPr>
            <a:lvl6pPr algn="r" indent="0" lvl="5" marL="0" marR="0">
              <a:lnSpc>
                <a:spcPct val="100000"/>
              </a:lnSpc>
              <a:spcBef>
                <a:spcPts val="0"/>
              </a:spcBef>
              <a:spcAft>
                <a:spcPts val="0"/>
              </a:spcAft>
              <a:buClr>
                <a:srgbClr val="000000"/>
              </a:buClr>
              <a:buSzPts val="1000"/>
              <a:buFont typeface="Arial"/>
              <a:buNone/>
              <a:defRPr b="0" cap="none" sz="1000" i="0" strike="noStrike" u="none">
                <a:solidFill>
                  <a:schemeClr val="dk2"/>
                </a:solidFill>
                <a:latin typeface="Arial"/>
                <a:ea typeface="Arial"/>
                <a:cs typeface="Arial"/>
                <a:sym typeface="Arial"/>
              </a:defRPr>
            </a:lvl6pPr>
            <a:lvl7pPr algn="r" indent="0" lvl="6" marL="0" marR="0">
              <a:lnSpc>
                <a:spcPct val="100000"/>
              </a:lnSpc>
              <a:spcBef>
                <a:spcPts val="0"/>
              </a:spcBef>
              <a:spcAft>
                <a:spcPts val="0"/>
              </a:spcAft>
              <a:buClr>
                <a:srgbClr val="000000"/>
              </a:buClr>
              <a:buSzPts val="1000"/>
              <a:buFont typeface="Arial"/>
              <a:buNone/>
              <a:defRPr b="0" cap="none" sz="1000" i="0" strike="noStrike" u="none">
                <a:solidFill>
                  <a:schemeClr val="dk2"/>
                </a:solidFill>
                <a:latin typeface="Arial"/>
                <a:ea typeface="Arial"/>
                <a:cs typeface="Arial"/>
                <a:sym typeface="Arial"/>
              </a:defRPr>
            </a:lvl7pPr>
            <a:lvl8pPr algn="r" indent="0" lvl="7" marL="0" marR="0">
              <a:lnSpc>
                <a:spcPct val="100000"/>
              </a:lnSpc>
              <a:spcBef>
                <a:spcPts val="0"/>
              </a:spcBef>
              <a:spcAft>
                <a:spcPts val="0"/>
              </a:spcAft>
              <a:buClr>
                <a:srgbClr val="000000"/>
              </a:buClr>
              <a:buSzPts val="1000"/>
              <a:buFont typeface="Arial"/>
              <a:buNone/>
              <a:defRPr b="0" cap="none" sz="1000" i="0" strike="noStrike" u="none">
                <a:solidFill>
                  <a:schemeClr val="dk2"/>
                </a:solidFill>
                <a:latin typeface="Arial"/>
                <a:ea typeface="Arial"/>
                <a:cs typeface="Arial"/>
                <a:sym typeface="Arial"/>
              </a:defRPr>
            </a:lvl8pPr>
            <a:lvl9pPr algn="r" indent="0" lvl="8" marL="0" marR="0">
              <a:lnSpc>
                <a:spcPct val="100000"/>
              </a:lnSpc>
              <a:spcBef>
                <a:spcPts val="0"/>
              </a:spcBef>
              <a:spcAft>
                <a:spcPts val="0"/>
              </a:spcAft>
              <a:buClr>
                <a:srgbClr val="000000"/>
              </a:buClr>
              <a:buSzPts val="1000"/>
              <a:buFont typeface="Arial"/>
              <a:buNone/>
              <a:defRPr b="0" cap="none" sz="1000" i="0" strike="noStrike" u="none">
                <a:solidFill>
                  <a:schemeClr val="dk2"/>
                </a:solidFill>
                <a:latin typeface="Arial"/>
                <a:ea typeface="Arial"/>
                <a:cs typeface="Arial"/>
                <a:sym typeface="Arial"/>
              </a:defRPr>
            </a:lvl9pPr>
          </a:lstStyle>
          <a:p>
            <a:pPr algn="r" indent="0" lvl="0" marL="0" rtl="0">
              <a:spcBef>
                <a:spcPts val="0"/>
              </a:spcBef>
              <a:spcAft>
                <a:spcPts val="0"/>
              </a:spcAft>
              <a:buNone/>
            </a:pPr>
            <a:fld id="{00000000-1234-1234-1234-123412341234}" type="slidenum">
              <a:rPr lang="en"/>
              <a:pPr algn="r" indent="0" lvl="0" marL="0" rtl="0">
                <a:spcBef>
                  <a:spcPts val="0"/>
                </a:spcBef>
                <a:spcAft>
                  <a:spcPts val="0"/>
                </a:spcAft>
                <a:buNone/>
              </a:pPr>
              <a:t>‹#›</a:t>
            </a:fld>
            <a:endParaRPr lang="e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79" name="Shape 41"/>
        <p:cNvGrpSpPr/>
        <p:nvPr/>
      </p:nvGrpSpPr>
      <p:grpSpPr>
        <a:xfrm>
          <a:off x="0" y="0"/>
          <a:ext cx="0" cy="0"/>
          <a:chOff x="0" y="0"/>
          <a:chExt cx="0" cy="0"/>
        </a:xfrm>
      </p:grpSpPr>
      <p:sp>
        <p:nvSpPr>
          <p:cNvPr id="1048679" name="Google Shape;42;p33"/>
          <p:cNvSpPr txBox="1">
            <a:spLocks noGrp="1"/>
          </p:cNvSpPr>
          <p:nvPr>
            <p:ph type="body" idx="1"/>
          </p:nvPr>
        </p:nvSpPr>
        <p:spPr>
          <a:xfrm>
            <a:off x="311700" y="4230575"/>
            <a:ext cx="5998800" cy="605100"/>
          </a:xfrm>
          <a:prstGeom prst="rect"/>
          <a:noFill/>
          <a:ln>
            <a:noFill/>
          </a:ln>
        </p:spPr>
        <p:txBody>
          <a:bodyPr anchor="ctr" anchorCtr="0" bIns="91425" lIns="91425" rIns="91425" spcFirstLastPara="1" tIns="91425" wrap="square">
            <a:noAutofit/>
          </a:bodyPr>
          <a:lstStyle>
            <a:lvl1pPr algn="l" indent="-228594" lvl="0" marL="457189">
              <a:lnSpc>
                <a:spcPct val="100000"/>
              </a:lnSpc>
              <a:spcBef>
                <a:spcPts val="0"/>
              </a:spcBef>
              <a:spcAft>
                <a:spcPts val="0"/>
              </a:spcAft>
              <a:buSzPts val="1800"/>
              <a:buNone/>
            </a:lvl1pPr>
          </a:lstStyle>
          <a:p/>
        </p:txBody>
      </p:sp>
      <p:sp>
        <p:nvSpPr>
          <p:cNvPr id="1048680" name="Google Shape;43;p33"/>
          <p:cNvSpPr txBox="1">
            <a:spLocks noGrp="1"/>
          </p:cNvSpPr>
          <p:nvPr>
            <p:ph type="sldNum" idx="12"/>
          </p:nvPr>
        </p:nvSpPr>
        <p:spPr>
          <a:xfrm>
            <a:off x="8472458" y="4663217"/>
            <a:ext cx="548700" cy="393600"/>
          </a:xfrm>
          <a:prstGeom prst="rect"/>
          <a:noFill/>
          <a:ln>
            <a:noFill/>
          </a:ln>
        </p:spPr>
        <p:txBody>
          <a:bodyPr anchor="ctr" anchorCtr="0" bIns="91425" lIns="91425" rIns="91425" spcFirstLastPara="1" tIns="91425" wrap="square">
            <a:noAutofit/>
          </a:bodyPr>
          <a:lstStyle>
            <a:lvl1pPr algn="r" indent="0" lvl="0" marL="0" marR="0">
              <a:lnSpc>
                <a:spcPct val="100000"/>
              </a:lnSpc>
              <a:spcBef>
                <a:spcPts val="0"/>
              </a:spcBef>
              <a:spcAft>
                <a:spcPts val="0"/>
              </a:spcAft>
              <a:buClr>
                <a:srgbClr val="000000"/>
              </a:buClr>
              <a:buSzPts val="1000"/>
              <a:buFont typeface="Arial"/>
              <a:buNone/>
              <a:defRPr b="0" cap="none" sz="1000" i="0" strike="noStrike" u="none">
                <a:solidFill>
                  <a:schemeClr val="dk2"/>
                </a:solidFill>
                <a:latin typeface="Arial"/>
                <a:ea typeface="Arial"/>
                <a:cs typeface="Arial"/>
                <a:sym typeface="Arial"/>
              </a:defRPr>
            </a:lvl1pPr>
            <a:lvl2pPr algn="r" indent="0" lvl="1" marL="0" marR="0">
              <a:lnSpc>
                <a:spcPct val="100000"/>
              </a:lnSpc>
              <a:spcBef>
                <a:spcPts val="0"/>
              </a:spcBef>
              <a:spcAft>
                <a:spcPts val="0"/>
              </a:spcAft>
              <a:buClr>
                <a:srgbClr val="000000"/>
              </a:buClr>
              <a:buSzPts val="1000"/>
              <a:buFont typeface="Arial"/>
              <a:buNone/>
              <a:defRPr b="0" cap="none" sz="1000" i="0" strike="noStrike" u="none">
                <a:solidFill>
                  <a:schemeClr val="dk2"/>
                </a:solidFill>
                <a:latin typeface="Arial"/>
                <a:ea typeface="Arial"/>
                <a:cs typeface="Arial"/>
                <a:sym typeface="Arial"/>
              </a:defRPr>
            </a:lvl2pPr>
            <a:lvl3pPr algn="r" indent="0" lvl="2" marL="0" marR="0">
              <a:lnSpc>
                <a:spcPct val="100000"/>
              </a:lnSpc>
              <a:spcBef>
                <a:spcPts val="0"/>
              </a:spcBef>
              <a:spcAft>
                <a:spcPts val="0"/>
              </a:spcAft>
              <a:buClr>
                <a:srgbClr val="000000"/>
              </a:buClr>
              <a:buSzPts val="1000"/>
              <a:buFont typeface="Arial"/>
              <a:buNone/>
              <a:defRPr b="0" cap="none" sz="1000" i="0" strike="noStrike" u="none">
                <a:solidFill>
                  <a:schemeClr val="dk2"/>
                </a:solidFill>
                <a:latin typeface="Arial"/>
                <a:ea typeface="Arial"/>
                <a:cs typeface="Arial"/>
                <a:sym typeface="Arial"/>
              </a:defRPr>
            </a:lvl3pPr>
            <a:lvl4pPr algn="r" indent="0" lvl="3" marL="0" marR="0">
              <a:lnSpc>
                <a:spcPct val="100000"/>
              </a:lnSpc>
              <a:spcBef>
                <a:spcPts val="0"/>
              </a:spcBef>
              <a:spcAft>
                <a:spcPts val="0"/>
              </a:spcAft>
              <a:buClr>
                <a:srgbClr val="000000"/>
              </a:buClr>
              <a:buSzPts val="1000"/>
              <a:buFont typeface="Arial"/>
              <a:buNone/>
              <a:defRPr b="0" cap="none" sz="1000" i="0" strike="noStrike" u="none">
                <a:solidFill>
                  <a:schemeClr val="dk2"/>
                </a:solidFill>
                <a:latin typeface="Arial"/>
                <a:ea typeface="Arial"/>
                <a:cs typeface="Arial"/>
                <a:sym typeface="Arial"/>
              </a:defRPr>
            </a:lvl4pPr>
            <a:lvl5pPr algn="r" indent="0" lvl="4" marL="0" marR="0">
              <a:lnSpc>
                <a:spcPct val="100000"/>
              </a:lnSpc>
              <a:spcBef>
                <a:spcPts val="0"/>
              </a:spcBef>
              <a:spcAft>
                <a:spcPts val="0"/>
              </a:spcAft>
              <a:buClr>
                <a:srgbClr val="000000"/>
              </a:buClr>
              <a:buSzPts val="1000"/>
              <a:buFont typeface="Arial"/>
              <a:buNone/>
              <a:defRPr b="0" cap="none" sz="1000" i="0" strike="noStrike" u="none">
                <a:solidFill>
                  <a:schemeClr val="dk2"/>
                </a:solidFill>
                <a:latin typeface="Arial"/>
                <a:ea typeface="Arial"/>
                <a:cs typeface="Arial"/>
                <a:sym typeface="Arial"/>
              </a:defRPr>
            </a:lvl5pPr>
            <a:lvl6pPr algn="r" indent="0" lvl="5" marL="0" marR="0">
              <a:lnSpc>
                <a:spcPct val="100000"/>
              </a:lnSpc>
              <a:spcBef>
                <a:spcPts val="0"/>
              </a:spcBef>
              <a:spcAft>
                <a:spcPts val="0"/>
              </a:spcAft>
              <a:buClr>
                <a:srgbClr val="000000"/>
              </a:buClr>
              <a:buSzPts val="1000"/>
              <a:buFont typeface="Arial"/>
              <a:buNone/>
              <a:defRPr b="0" cap="none" sz="1000" i="0" strike="noStrike" u="none">
                <a:solidFill>
                  <a:schemeClr val="dk2"/>
                </a:solidFill>
                <a:latin typeface="Arial"/>
                <a:ea typeface="Arial"/>
                <a:cs typeface="Arial"/>
                <a:sym typeface="Arial"/>
              </a:defRPr>
            </a:lvl6pPr>
            <a:lvl7pPr algn="r" indent="0" lvl="6" marL="0" marR="0">
              <a:lnSpc>
                <a:spcPct val="100000"/>
              </a:lnSpc>
              <a:spcBef>
                <a:spcPts val="0"/>
              </a:spcBef>
              <a:spcAft>
                <a:spcPts val="0"/>
              </a:spcAft>
              <a:buClr>
                <a:srgbClr val="000000"/>
              </a:buClr>
              <a:buSzPts val="1000"/>
              <a:buFont typeface="Arial"/>
              <a:buNone/>
              <a:defRPr b="0" cap="none" sz="1000" i="0" strike="noStrike" u="none">
                <a:solidFill>
                  <a:schemeClr val="dk2"/>
                </a:solidFill>
                <a:latin typeface="Arial"/>
                <a:ea typeface="Arial"/>
                <a:cs typeface="Arial"/>
                <a:sym typeface="Arial"/>
              </a:defRPr>
            </a:lvl7pPr>
            <a:lvl8pPr algn="r" indent="0" lvl="7" marL="0" marR="0">
              <a:lnSpc>
                <a:spcPct val="100000"/>
              </a:lnSpc>
              <a:spcBef>
                <a:spcPts val="0"/>
              </a:spcBef>
              <a:spcAft>
                <a:spcPts val="0"/>
              </a:spcAft>
              <a:buClr>
                <a:srgbClr val="000000"/>
              </a:buClr>
              <a:buSzPts val="1000"/>
              <a:buFont typeface="Arial"/>
              <a:buNone/>
              <a:defRPr b="0" cap="none" sz="1000" i="0" strike="noStrike" u="none">
                <a:solidFill>
                  <a:schemeClr val="dk2"/>
                </a:solidFill>
                <a:latin typeface="Arial"/>
                <a:ea typeface="Arial"/>
                <a:cs typeface="Arial"/>
                <a:sym typeface="Arial"/>
              </a:defRPr>
            </a:lvl8pPr>
            <a:lvl9pPr algn="r" indent="0" lvl="8" marL="0" marR="0">
              <a:lnSpc>
                <a:spcPct val="100000"/>
              </a:lnSpc>
              <a:spcBef>
                <a:spcPts val="0"/>
              </a:spcBef>
              <a:spcAft>
                <a:spcPts val="0"/>
              </a:spcAft>
              <a:buClr>
                <a:srgbClr val="000000"/>
              </a:buClr>
              <a:buSzPts val="1000"/>
              <a:buFont typeface="Arial"/>
              <a:buNone/>
              <a:defRPr b="0" cap="none" sz="1000" i="0" strike="noStrike" u="none">
                <a:solidFill>
                  <a:schemeClr val="dk2"/>
                </a:solidFill>
                <a:latin typeface="Arial"/>
                <a:ea typeface="Arial"/>
                <a:cs typeface="Arial"/>
                <a:sym typeface="Arial"/>
              </a:defRPr>
            </a:lvl9pPr>
          </a:lstStyle>
          <a:p>
            <a:pPr algn="r" indent="0" lvl="0" marL="0" rtl="0">
              <a:spcBef>
                <a:spcPts val="0"/>
              </a:spcBef>
              <a:spcAft>
                <a:spcPts val="0"/>
              </a:spcAft>
              <a:buNone/>
            </a:pPr>
            <a:fld id="{00000000-1234-1234-1234-123412341234}" type="slidenum">
              <a:rPr lang="en"/>
              <a:pPr algn="r" indent="0" lvl="0" marL="0" rtl="0">
                <a:spcBef>
                  <a:spcPts val="0"/>
                </a:spcBef>
                <a:spcAft>
                  <a:spcPts val="0"/>
                </a:spcAft>
                <a:buNone/>
              </a:pPr>
              <a:t>‹#›</a:t>
            </a:fld>
            <a:endParaRPr lang="e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80" name="Shape 48"/>
        <p:cNvGrpSpPr/>
        <p:nvPr/>
      </p:nvGrpSpPr>
      <p:grpSpPr>
        <a:xfrm>
          <a:off x="0" y="0"/>
          <a:ext cx="0" cy="0"/>
          <a:chOff x="0" y="0"/>
          <a:chExt cx="0" cy="0"/>
        </a:xfrm>
      </p:grpSpPr>
      <p:sp>
        <p:nvSpPr>
          <p:cNvPr id="1048681" name="Google Shape;49;p35"/>
          <p:cNvSpPr txBox="1">
            <a:spLocks noGrp="1"/>
          </p:cNvSpPr>
          <p:nvPr>
            <p:ph type="sldNum" idx="12"/>
          </p:nvPr>
        </p:nvSpPr>
        <p:spPr>
          <a:xfrm>
            <a:off x="8472458" y="4663217"/>
            <a:ext cx="548700" cy="393600"/>
          </a:xfrm>
          <a:prstGeom prst="rect"/>
          <a:noFill/>
          <a:ln>
            <a:noFill/>
          </a:ln>
        </p:spPr>
        <p:txBody>
          <a:bodyPr anchor="ctr" anchorCtr="0" bIns="91425" lIns="91425" rIns="91425" spcFirstLastPara="1" tIns="91425" wrap="square">
            <a:noAutofit/>
          </a:bodyPr>
          <a:lstStyle>
            <a:lvl1pPr algn="r" indent="0" lvl="0" marL="0" marR="0">
              <a:lnSpc>
                <a:spcPct val="100000"/>
              </a:lnSpc>
              <a:spcBef>
                <a:spcPts val="0"/>
              </a:spcBef>
              <a:spcAft>
                <a:spcPts val="0"/>
              </a:spcAft>
              <a:buClr>
                <a:srgbClr val="000000"/>
              </a:buClr>
              <a:buSzPts val="1000"/>
              <a:buFont typeface="Arial"/>
              <a:buNone/>
              <a:defRPr b="0" cap="none" sz="1000" i="0" strike="noStrike" u="none">
                <a:solidFill>
                  <a:schemeClr val="dk2"/>
                </a:solidFill>
                <a:latin typeface="Arial"/>
                <a:ea typeface="Arial"/>
                <a:cs typeface="Arial"/>
                <a:sym typeface="Arial"/>
              </a:defRPr>
            </a:lvl1pPr>
            <a:lvl2pPr algn="r" indent="0" lvl="1" marL="0" marR="0">
              <a:lnSpc>
                <a:spcPct val="100000"/>
              </a:lnSpc>
              <a:spcBef>
                <a:spcPts val="0"/>
              </a:spcBef>
              <a:spcAft>
                <a:spcPts val="0"/>
              </a:spcAft>
              <a:buClr>
                <a:srgbClr val="000000"/>
              </a:buClr>
              <a:buSzPts val="1000"/>
              <a:buFont typeface="Arial"/>
              <a:buNone/>
              <a:defRPr b="0" cap="none" sz="1000" i="0" strike="noStrike" u="none">
                <a:solidFill>
                  <a:schemeClr val="dk2"/>
                </a:solidFill>
                <a:latin typeface="Arial"/>
                <a:ea typeface="Arial"/>
                <a:cs typeface="Arial"/>
                <a:sym typeface="Arial"/>
              </a:defRPr>
            </a:lvl2pPr>
            <a:lvl3pPr algn="r" indent="0" lvl="2" marL="0" marR="0">
              <a:lnSpc>
                <a:spcPct val="100000"/>
              </a:lnSpc>
              <a:spcBef>
                <a:spcPts val="0"/>
              </a:spcBef>
              <a:spcAft>
                <a:spcPts val="0"/>
              </a:spcAft>
              <a:buClr>
                <a:srgbClr val="000000"/>
              </a:buClr>
              <a:buSzPts val="1000"/>
              <a:buFont typeface="Arial"/>
              <a:buNone/>
              <a:defRPr b="0" cap="none" sz="1000" i="0" strike="noStrike" u="none">
                <a:solidFill>
                  <a:schemeClr val="dk2"/>
                </a:solidFill>
                <a:latin typeface="Arial"/>
                <a:ea typeface="Arial"/>
                <a:cs typeface="Arial"/>
                <a:sym typeface="Arial"/>
              </a:defRPr>
            </a:lvl3pPr>
            <a:lvl4pPr algn="r" indent="0" lvl="3" marL="0" marR="0">
              <a:lnSpc>
                <a:spcPct val="100000"/>
              </a:lnSpc>
              <a:spcBef>
                <a:spcPts val="0"/>
              </a:spcBef>
              <a:spcAft>
                <a:spcPts val="0"/>
              </a:spcAft>
              <a:buClr>
                <a:srgbClr val="000000"/>
              </a:buClr>
              <a:buSzPts val="1000"/>
              <a:buFont typeface="Arial"/>
              <a:buNone/>
              <a:defRPr b="0" cap="none" sz="1000" i="0" strike="noStrike" u="none">
                <a:solidFill>
                  <a:schemeClr val="dk2"/>
                </a:solidFill>
                <a:latin typeface="Arial"/>
                <a:ea typeface="Arial"/>
                <a:cs typeface="Arial"/>
                <a:sym typeface="Arial"/>
              </a:defRPr>
            </a:lvl4pPr>
            <a:lvl5pPr algn="r" indent="0" lvl="4" marL="0" marR="0">
              <a:lnSpc>
                <a:spcPct val="100000"/>
              </a:lnSpc>
              <a:spcBef>
                <a:spcPts val="0"/>
              </a:spcBef>
              <a:spcAft>
                <a:spcPts val="0"/>
              </a:spcAft>
              <a:buClr>
                <a:srgbClr val="000000"/>
              </a:buClr>
              <a:buSzPts val="1000"/>
              <a:buFont typeface="Arial"/>
              <a:buNone/>
              <a:defRPr b="0" cap="none" sz="1000" i="0" strike="noStrike" u="none">
                <a:solidFill>
                  <a:schemeClr val="dk2"/>
                </a:solidFill>
                <a:latin typeface="Arial"/>
                <a:ea typeface="Arial"/>
                <a:cs typeface="Arial"/>
                <a:sym typeface="Arial"/>
              </a:defRPr>
            </a:lvl5pPr>
            <a:lvl6pPr algn="r" indent="0" lvl="5" marL="0" marR="0">
              <a:lnSpc>
                <a:spcPct val="100000"/>
              </a:lnSpc>
              <a:spcBef>
                <a:spcPts val="0"/>
              </a:spcBef>
              <a:spcAft>
                <a:spcPts val="0"/>
              </a:spcAft>
              <a:buClr>
                <a:srgbClr val="000000"/>
              </a:buClr>
              <a:buSzPts val="1000"/>
              <a:buFont typeface="Arial"/>
              <a:buNone/>
              <a:defRPr b="0" cap="none" sz="1000" i="0" strike="noStrike" u="none">
                <a:solidFill>
                  <a:schemeClr val="dk2"/>
                </a:solidFill>
                <a:latin typeface="Arial"/>
                <a:ea typeface="Arial"/>
                <a:cs typeface="Arial"/>
                <a:sym typeface="Arial"/>
              </a:defRPr>
            </a:lvl6pPr>
            <a:lvl7pPr algn="r" indent="0" lvl="6" marL="0" marR="0">
              <a:lnSpc>
                <a:spcPct val="100000"/>
              </a:lnSpc>
              <a:spcBef>
                <a:spcPts val="0"/>
              </a:spcBef>
              <a:spcAft>
                <a:spcPts val="0"/>
              </a:spcAft>
              <a:buClr>
                <a:srgbClr val="000000"/>
              </a:buClr>
              <a:buSzPts val="1000"/>
              <a:buFont typeface="Arial"/>
              <a:buNone/>
              <a:defRPr b="0" cap="none" sz="1000" i="0" strike="noStrike" u="none">
                <a:solidFill>
                  <a:schemeClr val="dk2"/>
                </a:solidFill>
                <a:latin typeface="Arial"/>
                <a:ea typeface="Arial"/>
                <a:cs typeface="Arial"/>
                <a:sym typeface="Arial"/>
              </a:defRPr>
            </a:lvl7pPr>
            <a:lvl8pPr algn="r" indent="0" lvl="7" marL="0" marR="0">
              <a:lnSpc>
                <a:spcPct val="100000"/>
              </a:lnSpc>
              <a:spcBef>
                <a:spcPts val="0"/>
              </a:spcBef>
              <a:spcAft>
                <a:spcPts val="0"/>
              </a:spcAft>
              <a:buClr>
                <a:srgbClr val="000000"/>
              </a:buClr>
              <a:buSzPts val="1000"/>
              <a:buFont typeface="Arial"/>
              <a:buNone/>
              <a:defRPr b="0" cap="none" sz="1000" i="0" strike="noStrike" u="none">
                <a:solidFill>
                  <a:schemeClr val="dk2"/>
                </a:solidFill>
                <a:latin typeface="Arial"/>
                <a:ea typeface="Arial"/>
                <a:cs typeface="Arial"/>
                <a:sym typeface="Arial"/>
              </a:defRPr>
            </a:lvl8pPr>
            <a:lvl9pPr algn="r" indent="0" lvl="8" marL="0" marR="0">
              <a:lnSpc>
                <a:spcPct val="100000"/>
              </a:lnSpc>
              <a:spcBef>
                <a:spcPts val="0"/>
              </a:spcBef>
              <a:spcAft>
                <a:spcPts val="0"/>
              </a:spcAft>
              <a:buClr>
                <a:srgbClr val="000000"/>
              </a:buClr>
              <a:buSzPts val="1000"/>
              <a:buFont typeface="Arial"/>
              <a:buNone/>
              <a:defRPr b="0" cap="none" sz="1000" i="0" strike="noStrike" u="none">
                <a:solidFill>
                  <a:schemeClr val="dk2"/>
                </a:solidFill>
                <a:latin typeface="Arial"/>
                <a:ea typeface="Arial"/>
                <a:cs typeface="Arial"/>
                <a:sym typeface="Arial"/>
              </a:defRPr>
            </a:lvl9pPr>
          </a:lstStyle>
          <a:p>
            <a:pPr algn="r" indent="0" lvl="0" marL="0" rtl="0">
              <a:spcBef>
                <a:spcPts val="0"/>
              </a:spcBef>
              <a:spcAft>
                <a:spcPts val="0"/>
              </a:spcAft>
              <a:buNone/>
            </a:pPr>
            <a:fld id="{00000000-1234-1234-1234-123412341234}" type="slidenum">
              <a:rPr lang="en"/>
              <a:pPr algn="r" indent="0" lvl="0" marL="0" rtl="0">
                <a:spcBef>
                  <a:spcPts val="0"/>
                </a:spcBef>
                <a:spcAft>
                  <a:spcPts val="0"/>
                </a:spcAft>
                <a:buNone/>
              </a:pPr>
              <a:t>‹#›</a:t>
            </a:fld>
            <a:endParaRPr lang="e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1_Title Slide">
    <p:spTree>
      <p:nvGrpSpPr>
        <p:cNvPr id="63" name=""/>
        <p:cNvGrpSpPr/>
        <p:nvPr/>
      </p:nvGrpSpPr>
      <p:grpSpPr>
        <a:xfrm>
          <a:off x="0" y="0"/>
          <a:ext cx="0" cy="0"/>
          <a:chOff x="0" y="0"/>
          <a:chExt cx="0" cy="0"/>
        </a:xfrm>
      </p:grpSpPr>
      <p:sp>
        <p:nvSpPr>
          <p:cNvPr id="1048648" name="PlaceHolder 1"/>
          <p:cNvSpPr>
            <a:spLocks noGrp="1"/>
          </p:cNvSpPr>
          <p:nvPr>
            <p:ph type="title"/>
          </p:nvPr>
        </p:nvSpPr>
        <p:spPr>
          <a:xfrm>
            <a:off x="628560" y="273780"/>
            <a:ext cx="7886430" cy="993870"/>
          </a:xfrm>
          <a:prstGeom prst="rect"/>
        </p:spPr>
        <p:txBody>
          <a:bodyPr anchor="ctr" bIns="0" lIns="0" rIns="0" tIns="0">
            <a:noAutofit/>
          </a:bodyPr>
          <a:p>
            <a:endParaRPr b="0" sz="1350" lang="en-US" spc="-1" strike="noStrike">
              <a:solidFill>
                <a:srgbClr val="000000"/>
              </a:solidFill>
              <a:latin typeface="Calibri"/>
            </a:endParaRPr>
          </a:p>
        </p:txBody>
      </p:sp>
      <p:sp>
        <p:nvSpPr>
          <p:cNvPr id="1048649" name="PlaceHolder 2"/>
          <p:cNvSpPr>
            <a:spLocks noGrp="1"/>
          </p:cNvSpPr>
          <p:nvPr>
            <p:ph type="subTitle"/>
          </p:nvPr>
        </p:nvSpPr>
        <p:spPr>
          <a:xfrm>
            <a:off x="457110" y="1203390"/>
            <a:ext cx="8229330" cy="2982960"/>
          </a:xfrm>
          <a:prstGeom prst="rect"/>
        </p:spPr>
        <p:txBody>
          <a:bodyPr anchor="ctr" bIns="0" lIns="0" rIns="0" tIns="0">
            <a:noAutofit/>
          </a:bodyPr>
          <a:p>
            <a:pPr algn="ctr"/>
            <a:endParaRPr b="0" sz="2400" lang="en-US" spc="-1" strike="noStrike">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cSld name="Title Slide">
    <p:spTree>
      <p:nvGrpSpPr>
        <p:cNvPr id="24" name=""/>
        <p:cNvGrpSpPr/>
        <p:nvPr/>
      </p:nvGrpSpPr>
      <p:grpSpPr>
        <a:xfrm>
          <a:off x="0" y="0"/>
          <a:ext cx="0" cy="0"/>
          <a:chOff x="0" y="0"/>
          <a:chExt cx="0" cy="0"/>
        </a:xfrm>
      </p:grpSpPr>
      <p:sp>
        <p:nvSpPr>
          <p:cNvPr id="1048582" name="Title 1"/>
          <p:cNvSpPr>
            <a:spLocks noGrp="1"/>
          </p:cNvSpPr>
          <p:nvPr>
            <p:ph type="ctrTitle"/>
          </p:nvPr>
        </p:nvSpPr>
        <p:spPr>
          <a:xfrm>
            <a:off x="1143000" y="841375"/>
            <a:ext cx="6858000" cy="1790700"/>
          </a:xfrm>
          <a:prstGeom prst="rect"/>
        </p:spPr>
        <p:txBody>
          <a:bodyPr anchor="b"/>
          <a:lstStyle>
            <a:lvl1pPr algn="ctr">
              <a:defRPr sz="6000"/>
            </a:lvl1pPr>
          </a:lstStyle>
          <a:p>
            <a:r>
              <a:rPr lang="en-US"/>
              <a:t>Click to edit Master title style</a:t>
            </a:r>
          </a:p>
        </p:txBody>
      </p:sp>
      <p:sp>
        <p:nvSpPr>
          <p:cNvPr id="1048583" name="Subtitle 2"/>
          <p:cNvSpPr>
            <a:spLocks noGrp="1"/>
          </p:cNvSpPr>
          <p:nvPr>
            <p:ph type="subTitle" idx="1"/>
          </p:nvPr>
        </p:nvSpPr>
        <p:spPr>
          <a:xfrm>
            <a:off x="1143000" y="2701925"/>
            <a:ext cx="6858000" cy="1241425"/>
          </a:xfrm>
          <a:prstGeom prst="rect"/>
        </p:spPr>
        <p:txBody>
          <a:bodyPr/>
          <a:lstStyle>
            <a:lvl1pPr algn="ctr" indent="0" marL="0">
              <a:buNone/>
              <a:defRPr sz="2400"/>
            </a:lvl1pPr>
            <a:lvl2pPr algn="ctr" indent="0" marL="457200">
              <a:buNone/>
              <a:defRPr sz="2000"/>
            </a:lvl2pPr>
            <a:lvl3pPr algn="ctr" indent="0" marL="914400">
              <a:buNone/>
              <a:defRPr sz="1800"/>
            </a:lvl3pPr>
            <a:lvl4pPr algn="ctr" indent="0" marL="1371600">
              <a:buNone/>
              <a:defRPr sz="1600"/>
            </a:lvl4pPr>
            <a:lvl5pPr algn="ctr" indent="0" marL="1828800">
              <a:buNone/>
              <a:defRPr sz="1600"/>
            </a:lvl5pPr>
            <a:lvl6pPr algn="ctr" indent="0" marL="2286000">
              <a:buNone/>
              <a:defRPr sz="1600"/>
            </a:lvl6pPr>
            <a:lvl7pPr algn="ctr" indent="0" marL="2743200">
              <a:buNone/>
              <a:defRPr sz="1600"/>
            </a:lvl7pPr>
            <a:lvl8pPr algn="ctr" indent="0" marL="3200400">
              <a:buNone/>
              <a:defRPr sz="1600"/>
            </a:lvl8pPr>
            <a:lvl9pPr algn="ctr" indent="0" marL="3657600">
              <a:buNone/>
              <a:defRPr sz="1600"/>
            </a:lvl9pPr>
          </a:lstStyle>
          <a:p>
            <a:r>
              <a:rPr lang="en-US"/>
              <a:t>Click to edit Master subtitle style</a:t>
            </a:r>
          </a:p>
        </p:txBody>
      </p:sp>
      <p:sp>
        <p:nvSpPr>
          <p:cNvPr id="1048584" name="Date Placeholder 3"/>
          <p:cNvSpPr>
            <a:spLocks noGrp="1"/>
          </p:cNvSpPr>
          <p:nvPr>
            <p:ph type="dt" sz="half" idx="10"/>
          </p:nvPr>
        </p:nvSpPr>
        <p:spPr>
          <a:xfrm>
            <a:off x="628650" y="4767263"/>
            <a:ext cx="2057400" cy="274637"/>
          </a:xfrm>
          <a:prstGeom prst="rect"/>
        </p:spPr>
        <p:txBody>
          <a:bodyPr/>
          <a:p>
            <a:fld id="{6275EE38-1560-4543-B65C-40BD61BB92F2}" type="datetimeFigureOut">
              <a:rPr lang="en-US" smtClean="0"/>
              <a:t>4/12/2024</a:t>
            </a:fld>
            <a:endParaRPr lang="en-US"/>
          </a:p>
        </p:txBody>
      </p:sp>
      <p:sp>
        <p:nvSpPr>
          <p:cNvPr id="1048585" name="Footer Placeholder 4"/>
          <p:cNvSpPr>
            <a:spLocks noGrp="1"/>
          </p:cNvSpPr>
          <p:nvPr>
            <p:ph type="ftr" sz="quarter" idx="11"/>
          </p:nvPr>
        </p:nvSpPr>
        <p:spPr>
          <a:xfrm>
            <a:off x="3028950" y="4767263"/>
            <a:ext cx="3086100" cy="274637"/>
          </a:xfrm>
          <a:prstGeom prst="rect"/>
        </p:spPr>
        <p:txBody>
          <a:bodyPr/>
          <a:p>
            <a:endParaRPr lang="en-US"/>
          </a:p>
        </p:txBody>
      </p:sp>
      <p:sp>
        <p:nvSpPr>
          <p:cNvPr id="1048586" name="Slide Number Placeholder 5"/>
          <p:cNvSpPr>
            <a:spLocks noGrp="1"/>
          </p:cNvSpPr>
          <p:nvPr>
            <p:ph type="sldNum" sz="quarter" idx="12"/>
          </p:nvPr>
        </p:nvSpPr>
        <p:spPr>
          <a:xfrm>
            <a:off x="6457950" y="4767263"/>
            <a:ext cx="2057400" cy="274637"/>
          </a:xfrm>
          <a:prstGeom prst="rect"/>
        </p:spPr>
        <p:txBody>
          <a:bodyPr/>
          <a:p>
            <a:fld id="{5F533B4F-60C7-445E-9813-BC2C392C2510}"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72" name=""/>
        <p:cNvGrpSpPr/>
        <p:nvPr/>
      </p:nvGrpSpPr>
      <p:grpSpPr>
        <a:xfrm>
          <a:off x="0" y="0"/>
          <a:ext cx="0" cy="0"/>
          <a:chOff x="0" y="0"/>
          <a:chExt cx="0" cy="0"/>
        </a:xfrm>
      </p:grpSpPr>
      <p:sp>
        <p:nvSpPr>
          <p:cNvPr id="1048659" name="Holder 2"/>
          <p:cNvSpPr>
            <a:spLocks noGrp="1"/>
          </p:cNvSpPr>
          <p:nvPr>
            <p:ph type="title"/>
          </p:nvPr>
        </p:nvSpPr>
        <p:spPr/>
        <p:txBody>
          <a:bodyPr bIns="0" lIns="0" rIns="0" tIns="0"/>
          <a:lstStyle>
            <a:lvl1pPr>
              <a:defRPr b="0" sz="2400" i="0">
                <a:solidFill>
                  <a:schemeClr val="tx1"/>
                </a:solidFill>
                <a:latin typeface="Arial MT"/>
                <a:cs typeface="Arial MT"/>
              </a:defRPr>
            </a:lvl1pPr>
          </a:lstStyle>
          <a:p/>
        </p:txBody>
      </p:sp>
      <p:sp>
        <p:nvSpPr>
          <p:cNvPr id="1048660" name="Holder 3"/>
          <p:cNvSpPr>
            <a:spLocks noGrp="1"/>
          </p:cNvSpPr>
          <p:nvPr>
            <p:ph type="body" idx="1"/>
          </p:nvPr>
        </p:nvSpPr>
        <p:spPr/>
        <p:txBody>
          <a:bodyPr bIns="0" lIns="0" rIns="0" tIns="0"/>
          <a:lstStyle>
            <a:lvl1pPr>
              <a:defRPr b="0" i="0">
                <a:solidFill>
                  <a:schemeClr val="tx1"/>
                </a:solidFill>
              </a:defRPr>
            </a:lvl1pPr>
          </a:lstStyle>
          <a:p/>
        </p:txBody>
      </p:sp>
      <p:sp>
        <p:nvSpPr>
          <p:cNvPr id="1048661" name="Holder 4"/>
          <p:cNvSpPr>
            <a:spLocks noGrp="1"/>
          </p:cNvSpPr>
          <p:nvPr>
            <p:ph type="ftr" sz="quarter" idx="5"/>
          </p:nvPr>
        </p:nvSpPr>
        <p:spPr/>
        <p:txBody>
          <a:bodyPr bIns="0" lIns="0" rIns="0" tIns="0"/>
          <a:lstStyle>
            <a:lvl1pPr>
              <a:defRPr b="0" sz="800" i="0">
                <a:solidFill>
                  <a:schemeClr val="tx1"/>
                </a:solidFill>
                <a:latin typeface="Arial MT"/>
                <a:cs typeface="Arial MT"/>
              </a:defRPr>
            </a:lvl1pPr>
          </a:lstStyle>
          <a:p>
            <a:pPr marL="12700">
              <a:lnSpc>
                <a:spcPct val="100000"/>
              </a:lnSpc>
              <a:spcBef>
                <a:spcPts val="25"/>
              </a:spcBef>
            </a:pPr>
          </a:p>
        </p:txBody>
      </p:sp>
      <p:sp>
        <p:nvSpPr>
          <p:cNvPr id="1048662" name="Holder 5"/>
          <p:cNvSpPr>
            <a:spLocks noGrp="1"/>
          </p:cNvSpPr>
          <p:nvPr>
            <p:ph type="dt" sz="half" idx="6"/>
          </p:nvPr>
        </p:nvSpPr>
        <p:spPr/>
        <p:txBody>
          <a:bodyPr bIns="0" lIns="0" rIns="0" tIns="0"/>
          <a:lstStyle>
            <a:lvl1pPr algn="l">
              <a:defRPr>
                <a:solidFill>
                  <a:schemeClr val="tx1">
                    <a:tint val="75000"/>
                  </a:schemeClr>
                </a:solidFill>
              </a:defRPr>
            </a:lvl1pPr>
          </a:lstStyle>
          <a:p>
            <a:fld id="{3FD61DA6-D9C3-4FDE-8A87-022315D71125}" type="datetime1">
              <a:rPr lang="en-US" smtClean="0"/>
              <a:t>4/12/2024</a:t>
            </a:fld>
            <a:endParaRPr lang="en-US"/>
          </a:p>
        </p:txBody>
      </p:sp>
      <p:sp>
        <p:nvSpPr>
          <p:cNvPr id="1048663" name="Holder 6"/>
          <p:cNvSpPr>
            <a:spLocks noGrp="1"/>
          </p:cNvSpPr>
          <p:nvPr>
            <p:ph type="sldNum" sz="quarter" idx="7"/>
          </p:nvPr>
        </p:nvSpPr>
        <p:spPr/>
        <p:txBody>
          <a:bodyPr bIns="0" lIns="0" rIns="0" t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image" Target="../media/image1.png"/><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2" name="Shape 5"/>
        <p:cNvGrpSpPr/>
        <p:nvPr/>
      </p:nvGrpSpPr>
      <p:grpSpPr>
        <a:xfrm>
          <a:off x="0" y="0"/>
          <a:ext cx="0" cy="0"/>
          <a:chOff x="0" y="0"/>
          <a:chExt cx="0" cy="0"/>
        </a:xfrm>
      </p:grpSpPr>
      <p:sp>
        <p:nvSpPr>
          <p:cNvPr id="1048576" name="Rectangle 7"/>
          <p:cNvSpPr/>
          <p:nvPr userDrawn="1"/>
        </p:nvSpPr>
        <p:spPr>
          <a:xfrm>
            <a:off x="7283428" y="62784"/>
            <a:ext cx="1109472" cy="584656"/>
          </a:xfrm>
          <a:prstGeom prst="rect"/>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lang="en-US"/>
          </a:p>
        </p:txBody>
      </p:sp>
      <p:pic>
        <p:nvPicPr>
          <p:cNvPr id="2097152" name="Google Shape;110;p4" descr="A close up of a sign  Description automatically generated"/>
          <p:cNvPicPr preferRelativeResize="0">
            <a:picLocks/>
          </p:cNvPicPr>
          <p:nvPr userDrawn="1"/>
        </p:nvPicPr>
        <p:blipFill rotWithShape="1">
          <a:blip xmlns:r="http://schemas.openxmlformats.org/officeDocument/2006/relationships" r:embed="rId12">
            <a:alphaModFix/>
          </a:blip>
          <a:srcRect/>
          <a:stretch>
            <a:fillRect/>
          </a:stretch>
        </p:blipFill>
        <p:spPr>
          <a:xfrm>
            <a:off x="7799751" y="88917"/>
            <a:ext cx="1233874" cy="412476"/>
          </a:xfrm>
          <a:prstGeom prst="rect"/>
          <a:noFill/>
          <a:ln>
            <a:noFill/>
          </a:ln>
        </p:spPr>
      </p:pic>
      <p:sp>
        <p:nvSpPr>
          <p:cNvPr id="1048577" name="Rectangle 1"/>
          <p:cNvSpPr/>
          <p:nvPr userDrawn="1"/>
        </p:nvSpPr>
        <p:spPr>
          <a:xfrm>
            <a:off x="7594600" y="82567"/>
            <a:ext cx="165100" cy="412476"/>
          </a:xfrm>
          <a:prstGeom prst="rect"/>
          <a:solidFill>
            <a:srgbClr val="841910"/>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lang="en-IN"/>
          </a:p>
        </p:txBody>
      </p:sp>
      <p:sp>
        <p:nvSpPr>
          <p:cNvPr id="1048578" name="Rectangle 2"/>
          <p:cNvSpPr/>
          <p:nvPr userDrawn="1"/>
        </p:nvSpPr>
        <p:spPr>
          <a:xfrm>
            <a:off x="7440249" y="82567"/>
            <a:ext cx="103551" cy="412476"/>
          </a:xfrm>
          <a:prstGeom prst="rect"/>
          <a:solidFill>
            <a:srgbClr val="213264"/>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lang="en-IN"/>
          </a:p>
        </p:txBody>
      </p:sp>
      <p:sp>
        <p:nvSpPr>
          <p:cNvPr id="1048579" name="Rectangle 4"/>
          <p:cNvSpPr/>
          <p:nvPr userDrawn="1"/>
        </p:nvSpPr>
        <p:spPr>
          <a:xfrm>
            <a:off x="0" y="5086350"/>
            <a:ext cx="9144000" cy="69850"/>
          </a:xfrm>
          <a:prstGeom prst="rect"/>
          <a:solidFill>
            <a:srgbClr val="213264"/>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lang="en-IN"/>
          </a:p>
        </p:txBody>
      </p:sp>
      <p:sp>
        <p:nvSpPr>
          <p:cNvPr id="1048580" name="Rectangle 5"/>
          <p:cNvSpPr/>
          <p:nvPr userDrawn="1"/>
        </p:nvSpPr>
        <p:spPr>
          <a:xfrm>
            <a:off x="0" y="88917"/>
            <a:ext cx="7283428" cy="406126"/>
          </a:xfrm>
          <a:prstGeom prst="rect"/>
          <a:solidFill>
            <a:srgbClr val="213264"/>
          </a:solidFill>
          <a:ln>
            <a:solidFill>
              <a:srgbClr val="213264"/>
            </a:solidFill>
          </a:ln>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lang="en-IN"/>
          </a:p>
        </p:txBody>
      </p:sp>
      <p:sp>
        <p:nvSpPr>
          <p:cNvPr id="1048581" name="TextBox 6"/>
          <p:cNvSpPr txBox="1"/>
          <p:nvPr userDrawn="1"/>
        </p:nvSpPr>
        <p:spPr>
          <a:xfrm>
            <a:off x="92480" y="105826"/>
            <a:ext cx="3953740" cy="369332"/>
          </a:xfrm>
          <a:prstGeom prst="rect"/>
          <a:noFill/>
        </p:spPr>
        <p:txBody>
          <a:bodyPr rtlCol="0" wrap="square">
            <a:spAutoFit/>
          </a:bodyPr>
          <a:p>
            <a:r>
              <a:rPr b="0" sz="1800" lang="en-US">
                <a:solidFill>
                  <a:schemeClr val="bg1"/>
                </a:solidFill>
              </a:rPr>
              <a:t>Next Gen Employability Program</a:t>
            </a:r>
          </a:p>
        </p:txBody>
      </p:sp>
    </p:spTree>
  </p:cSld>
  <p:clrMap accent1="accent1" accent2="accent2" accent3="accent3" accent4="accent4" accent5="accent5" accent6="accent6" bg1="lt1" bg2="dk2" tx1="dk1" tx2="lt2"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9pPr>
    </p:titleStyle>
    <p:body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9pPr>
    </p:bodyStyle>
    <p:other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slideLayout" Target="../slideLayouts/slideLayout10.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6.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diagramLayout" Target="../diagrams/layout1.xml"/><Relationship Id="rId2" Type="http://schemas.openxmlformats.org/officeDocument/2006/relationships/diagramData" Target="../diagrams/data1.xml"/><Relationship Id="rId3" Type="http://schemas.microsoft.com/office/2007/relationships/diagramDrawing" Target="../diagrams/drawing1.xml"/><Relationship Id="rId4" Type="http://schemas.openxmlformats.org/officeDocument/2006/relationships/diagramColors" Target="../diagrams/colors1.xml"/><Relationship Id="rId5" Type="http://schemas.openxmlformats.org/officeDocument/2006/relationships/diagramQuickStyle" Target="../diagrams/quickStyle1.xml"/><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slideLayout" Target="../slideLayouts/slideLayout1.xml"/><Relationship Id="rId9"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25" name=""/>
        <p:cNvGrpSpPr/>
        <p:nvPr/>
      </p:nvGrpSpPr>
      <p:grpSpPr>
        <a:xfrm>
          <a:off x="0" y="0"/>
          <a:ext cx="0" cy="0"/>
          <a:chOff x="0" y="0"/>
          <a:chExt cx="0" cy="0"/>
        </a:xfrm>
      </p:grpSpPr>
      <p:sp>
        <p:nvSpPr>
          <p:cNvPr id="1048587" name="Rectangle 20"/>
          <p:cNvSpPr/>
          <p:nvPr/>
        </p:nvSpPr>
        <p:spPr>
          <a:xfrm>
            <a:off x="0" y="0"/>
            <a:ext cx="9144000" cy="5143500"/>
          </a:xfrm>
          <a:prstGeom prst="rect"/>
          <a:solidFill>
            <a:srgbClr val="DFDDFB"/>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lang="en-IN"/>
          </a:p>
        </p:txBody>
      </p:sp>
      <p:pic>
        <p:nvPicPr>
          <p:cNvPr id="2097153" name="Picture 26" descr="A white circle in the sky  Description automatically generated"/>
          <p:cNvPicPr>
            <a:picLocks noChangeAspect="1"/>
          </p:cNvPicPr>
          <p:nvPr/>
        </p:nvPicPr>
        <p:blipFill rotWithShape="1">
          <a:blip xmlns:r="http://schemas.openxmlformats.org/officeDocument/2006/relationships" r:embed="rId1">
            <a:alphaModFix amt="5000"/>
          </a:blip>
          <a:srcRect t="5928" r="746" b="10206"/>
          <a:stretch>
            <a:fillRect/>
          </a:stretch>
        </p:blipFill>
        <p:spPr>
          <a:xfrm>
            <a:off x="2635932" y="-21102"/>
            <a:ext cx="9130937" cy="5143501"/>
          </a:xfrm>
          <a:prstGeom prst="rect"/>
          <a:effectLst/>
        </p:spPr>
      </p:pic>
      <p:sp>
        <p:nvSpPr>
          <p:cNvPr id="1048588" name="Rectangle 21"/>
          <p:cNvSpPr/>
          <p:nvPr/>
        </p:nvSpPr>
        <p:spPr>
          <a:xfrm>
            <a:off x="1854177" y="567413"/>
            <a:ext cx="6301139" cy="3966472"/>
          </a:xfrm>
          <a:prstGeom prst="rect"/>
          <a:solidFill>
            <a:srgbClr val="213163"/>
          </a:solidFill>
          <a:ln>
            <a:solidFill>
              <a:srgbClr val="213163"/>
            </a:solidFill>
          </a:ln>
          <a:effectLst/>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lang="en-IN"/>
          </a:p>
        </p:txBody>
      </p:sp>
      <p:sp>
        <p:nvSpPr>
          <p:cNvPr id="1048589" name="Rectangle 22"/>
          <p:cNvSpPr/>
          <p:nvPr/>
        </p:nvSpPr>
        <p:spPr>
          <a:xfrm>
            <a:off x="988684" y="1023080"/>
            <a:ext cx="6985193" cy="3451405"/>
          </a:xfrm>
          <a:prstGeom prst="rect"/>
          <a:solidFill>
            <a:schemeClr val="bg1"/>
          </a:solidFill>
          <a:ln>
            <a:solidFill>
              <a:schemeClr val="bg1"/>
            </a:solidFill>
          </a:ln>
          <a:effectLst>
            <a:outerShdw algn="ctr" blurRad="508000" rotWithShape="0" sx="105000" sy="10500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lang="en-IN"/>
          </a:p>
        </p:txBody>
      </p:sp>
      <p:sp>
        <p:nvSpPr>
          <p:cNvPr id="1048590" name="Rectangle 5"/>
          <p:cNvSpPr/>
          <p:nvPr/>
        </p:nvSpPr>
        <p:spPr>
          <a:xfrm>
            <a:off x="2490558" y="2787442"/>
            <a:ext cx="50564" cy="446915"/>
          </a:xfrm>
          <a:prstGeom prst="rect"/>
          <a:solidFill>
            <a:srgbClr val="FFE600"/>
          </a:solidFill>
          <a:ln>
            <a:solidFill>
              <a:srgbClr val="FFE600"/>
            </a:solidFill>
          </a:ln>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lang="en-IN"/>
          </a:p>
        </p:txBody>
      </p:sp>
      <p:sp>
        <p:nvSpPr>
          <p:cNvPr id="1048591" name="TextBox 1"/>
          <p:cNvSpPr txBox="1"/>
          <p:nvPr/>
        </p:nvSpPr>
        <p:spPr>
          <a:xfrm>
            <a:off x="2029564" y="2248174"/>
            <a:ext cx="5025352" cy="400110"/>
          </a:xfrm>
          <a:prstGeom prst="rect"/>
          <a:noFill/>
        </p:spPr>
        <p:txBody>
          <a:bodyPr rtlCol="0" wrap="square">
            <a:spAutoFit/>
          </a:bodyPr>
          <a:p>
            <a:r>
              <a:rPr b="1" sz="2000" lang="en-US">
                <a:solidFill>
                  <a:srgbClr val="161D23"/>
                </a:solidFill>
              </a:rPr>
              <a:t>NEXT GEN EMPLOYABILITY PROGRAM</a:t>
            </a:r>
          </a:p>
        </p:txBody>
      </p:sp>
      <p:sp>
        <p:nvSpPr>
          <p:cNvPr id="1048592" name="TextBox 6"/>
          <p:cNvSpPr txBox="1"/>
          <p:nvPr/>
        </p:nvSpPr>
        <p:spPr>
          <a:xfrm>
            <a:off x="2541122" y="2795733"/>
            <a:ext cx="4019698" cy="400110"/>
          </a:xfrm>
          <a:prstGeom prst="rect"/>
          <a:noFill/>
        </p:spPr>
        <p:txBody>
          <a:bodyPr rtlCol="0" wrap="square">
            <a:spAutoFit/>
          </a:bodyPr>
          <a:p>
            <a:r>
              <a:rPr dirty="0" sz="2000" lang="en-US">
                <a:solidFill>
                  <a:srgbClr val="161D23"/>
                </a:solidFill>
              </a:rPr>
              <a:t>Creating a future-ready workforce</a:t>
            </a:r>
          </a:p>
        </p:txBody>
      </p:sp>
      <p:sp>
        <p:nvSpPr>
          <p:cNvPr id="1048593" name="Google Shape;70;p13"/>
          <p:cNvSpPr txBox="1"/>
          <p:nvPr/>
        </p:nvSpPr>
        <p:spPr>
          <a:xfrm>
            <a:off x="1003625" y="3642533"/>
            <a:ext cx="1456920" cy="276959"/>
          </a:xfrm>
          <a:prstGeom prst="rect"/>
          <a:noFill/>
          <a:ln>
            <a:noFill/>
          </a:ln>
        </p:spPr>
        <p:txBody>
          <a:bodyPr anchor="t" anchorCtr="0" bIns="45700" lIns="91425" rIns="91425" spcFirstLastPara="1" tIns="45700" wrap="square">
            <a:spAutoFit/>
          </a:bodyPr>
          <a:p>
            <a:pPr indent="0" lvl="0" marL="0" marR="0" rtl="0">
              <a:lnSpc>
                <a:spcPct val="100000"/>
              </a:lnSpc>
              <a:spcBef>
                <a:spcPts val="0"/>
              </a:spcBef>
              <a:spcAft>
                <a:spcPts val="0"/>
              </a:spcAft>
              <a:buNone/>
            </a:pPr>
            <a:r>
              <a:rPr b="0" cap="none" sz="1200" i="0" lang="en-US" strike="noStrike" u="none">
                <a:solidFill>
                  <a:schemeClr val="tx1"/>
                </a:solidFill>
                <a:latin typeface="Arial"/>
                <a:ea typeface="Arial"/>
                <a:cs typeface="Arial"/>
                <a:sym typeface="Arial"/>
              </a:rPr>
              <a:t>Team Members</a:t>
            </a:r>
          </a:p>
        </p:txBody>
      </p:sp>
      <p:sp>
        <p:nvSpPr>
          <p:cNvPr id="1048594" name="TextBox 13"/>
          <p:cNvSpPr txBox="1"/>
          <p:nvPr/>
        </p:nvSpPr>
        <p:spPr>
          <a:xfrm>
            <a:off x="1095094" y="3956068"/>
            <a:ext cx="2314271" cy="472440"/>
          </a:xfrm>
          <a:prstGeom prst="rect"/>
          <a:noFill/>
        </p:spPr>
        <p:txBody>
          <a:bodyPr wrap="square">
            <a:spAutoFit/>
          </a:bodyPr>
          <a:p>
            <a:pPr lvl="0" marR="0" rtl="0">
              <a:lnSpc>
                <a:spcPct val="100000"/>
              </a:lnSpc>
              <a:spcBef>
                <a:spcPts val="0"/>
              </a:spcBef>
              <a:spcAft>
                <a:spcPts val="200"/>
              </a:spcAft>
              <a:buClr>
                <a:schemeClr val="bg1"/>
              </a:buClr>
            </a:pPr>
            <a:r>
              <a:rPr b="0" cap="none" dirty="0" sz="1200" i="0" lang="en-US" strike="noStrike" u="none">
                <a:solidFill>
                  <a:schemeClr val="tx1"/>
                </a:solidFill>
                <a:latin typeface="Arial"/>
                <a:ea typeface="Arial"/>
                <a:cs typeface="Arial"/>
                <a:sym typeface="Arial"/>
              </a:rPr>
              <a:t>Student Name : </a:t>
            </a:r>
            <a:r>
              <a:rPr altLang="en-GB" b="0" cap="none" dirty="0" sz="1200" i="0" lang="en-US" strike="noStrike" u="none">
                <a:solidFill>
                  <a:schemeClr val="tx1"/>
                </a:solidFill>
                <a:latin typeface="Arial"/>
                <a:ea typeface="Arial"/>
                <a:cs typeface="Arial"/>
                <a:sym typeface="Arial"/>
              </a:rPr>
              <a:t>N</a:t>
            </a:r>
            <a:r>
              <a:rPr altLang="en-GB" b="0" cap="none" dirty="0" sz="1200" i="0" lang="en-US" strike="noStrike" u="none">
                <a:solidFill>
                  <a:schemeClr val="tx1"/>
                </a:solidFill>
                <a:latin typeface="Arial"/>
                <a:ea typeface="Arial"/>
                <a:cs typeface="Arial"/>
                <a:sym typeface="Arial"/>
              </a:rPr>
              <a:t>.</a:t>
            </a:r>
            <a:r>
              <a:rPr altLang="en-GB" b="0" cap="none" dirty="0" sz="1200" i="0" lang="en-US" strike="noStrike" u="none">
                <a:solidFill>
                  <a:schemeClr val="tx1"/>
                </a:solidFill>
                <a:latin typeface="Arial"/>
                <a:ea typeface="Arial"/>
                <a:cs typeface="Arial"/>
                <a:sym typeface="Arial"/>
              </a:rPr>
              <a:t>U</a:t>
            </a:r>
            <a:r>
              <a:rPr altLang="en-GB" b="0" cap="none" dirty="0" sz="1200" i="0" lang="en-US" strike="noStrike" u="none">
                <a:solidFill>
                  <a:schemeClr val="tx1"/>
                </a:solidFill>
                <a:latin typeface="Arial"/>
                <a:ea typeface="Arial"/>
                <a:cs typeface="Arial"/>
                <a:sym typeface="Arial"/>
              </a:rPr>
              <a:t>t</a:t>
            </a:r>
            <a:r>
              <a:rPr altLang="en-GB" b="0" cap="none" dirty="0" sz="1200" i="0" lang="en-US" strike="noStrike" u="none">
                <a:solidFill>
                  <a:schemeClr val="tx1"/>
                </a:solidFill>
                <a:latin typeface="Arial"/>
                <a:ea typeface="Arial"/>
                <a:cs typeface="Arial"/>
                <a:sym typeface="Arial"/>
              </a:rPr>
              <a:t>h</a:t>
            </a:r>
            <a:r>
              <a:rPr altLang="en-GB" b="0" cap="none" dirty="0" sz="1200" i="0" lang="en-US" strike="noStrike" u="none">
                <a:solidFill>
                  <a:schemeClr val="tx1"/>
                </a:solidFill>
                <a:latin typeface="Arial"/>
                <a:ea typeface="Arial"/>
                <a:cs typeface="Arial"/>
                <a:sym typeface="Arial"/>
              </a:rPr>
              <a:t>a</a:t>
            </a:r>
            <a:r>
              <a:rPr altLang="en-GB" b="0" cap="none" dirty="0" sz="1200" i="0" lang="en-US" strike="noStrike" u="none">
                <a:solidFill>
                  <a:schemeClr val="tx1"/>
                </a:solidFill>
                <a:latin typeface="Arial"/>
                <a:ea typeface="Arial"/>
                <a:cs typeface="Arial"/>
                <a:sym typeface="Arial"/>
              </a:rPr>
              <a:t>y</a:t>
            </a:r>
            <a:r>
              <a:rPr altLang="en-GB" b="0" cap="none" dirty="0" sz="1200" i="0" lang="en-US" strike="noStrike" u="none">
                <a:solidFill>
                  <a:schemeClr val="tx1"/>
                </a:solidFill>
                <a:latin typeface="Arial"/>
                <a:ea typeface="Arial"/>
                <a:cs typeface="Arial"/>
                <a:sym typeface="Arial"/>
              </a:rPr>
              <a:t>a</a:t>
            </a:r>
            <a:r>
              <a:rPr altLang="en-GB" b="0" cap="none" dirty="0" sz="1200" i="0" lang="en-US" strike="noStrike" u="none">
                <a:solidFill>
                  <a:schemeClr val="tx1"/>
                </a:solidFill>
                <a:latin typeface="Arial"/>
                <a:ea typeface="Arial"/>
                <a:cs typeface="Arial"/>
                <a:sym typeface="Arial"/>
              </a:rPr>
              <a:t>n</a:t>
            </a:r>
            <a:r>
              <a:rPr altLang="en-GB" b="0" cap="none" dirty="0" sz="1200" i="0" lang="en-US" strike="noStrike" u="none">
                <a:solidFill>
                  <a:schemeClr val="tx1"/>
                </a:solidFill>
                <a:latin typeface="Arial"/>
                <a:ea typeface="Arial"/>
                <a:cs typeface="Arial"/>
                <a:sym typeface="Arial"/>
              </a:rPr>
              <a:t>i</a:t>
            </a:r>
            <a:r>
              <a:rPr altLang="en-GB" b="0" cap="none" dirty="0" sz="1200" i="0" lang="en-US" strike="noStrike" u="none">
                <a:solidFill>
                  <a:schemeClr val="tx1"/>
                </a:solidFill>
                <a:latin typeface="Arial"/>
                <a:ea typeface="Arial"/>
                <a:cs typeface="Arial"/>
                <a:sym typeface="Arial"/>
              </a:rPr>
              <a:t>t</a:t>
            </a:r>
            <a:r>
              <a:rPr altLang="en-GB" b="0" cap="none" dirty="0" sz="1200" i="0" lang="en-US" strike="noStrike" u="none">
                <a:solidFill>
                  <a:schemeClr val="tx1"/>
                </a:solidFill>
                <a:latin typeface="Arial"/>
                <a:ea typeface="Arial"/>
                <a:cs typeface="Arial"/>
                <a:sym typeface="Arial"/>
              </a:rPr>
              <a:t>h</a:t>
            </a:r>
            <a:r>
              <a:rPr altLang="en-GB" b="0" cap="none" dirty="0" sz="1200" i="0" lang="en-US" strike="noStrike" u="none">
                <a:solidFill>
                  <a:schemeClr val="tx1"/>
                </a:solidFill>
                <a:latin typeface="Arial"/>
                <a:ea typeface="Arial"/>
                <a:cs typeface="Arial"/>
                <a:sym typeface="Arial"/>
              </a:rPr>
              <a:t>i</a:t>
            </a:r>
            <a:endParaRPr b="0" cap="none" dirty="0" sz="1400" i="0" lang="en-US" strike="noStrike" u="none">
              <a:solidFill>
                <a:schemeClr val="tx1"/>
              </a:solidFill>
              <a:latin typeface="Arial"/>
              <a:ea typeface="Arial"/>
              <a:cs typeface="Arial"/>
              <a:sym typeface="Arial"/>
            </a:endParaRPr>
          </a:p>
          <a:p>
            <a:pPr lvl="0" marR="0" rtl="0">
              <a:lnSpc>
                <a:spcPct val="100000"/>
              </a:lnSpc>
              <a:spcBef>
                <a:spcPts val="0"/>
              </a:spcBef>
              <a:spcAft>
                <a:spcPts val="200"/>
              </a:spcAft>
              <a:buClr>
                <a:schemeClr val="bg1"/>
              </a:buClr>
            </a:pPr>
            <a:r>
              <a:rPr b="0" cap="none" dirty="0" sz="1200" i="0" lang="en-US" strike="noStrike" u="none">
                <a:solidFill>
                  <a:schemeClr val="tx1"/>
                </a:solidFill>
                <a:latin typeface="Arial"/>
                <a:ea typeface="Arial"/>
                <a:cs typeface="Arial"/>
                <a:sym typeface="Arial"/>
              </a:rPr>
              <a:t>Student ID : au</a:t>
            </a:r>
            <a:r>
              <a:rPr altLang="en-IN" b="0" cap="none" dirty="0" sz="1200" i="0" lang="en-US" strike="noStrike" u="none">
                <a:solidFill>
                  <a:schemeClr val="tx1"/>
                </a:solidFill>
                <a:latin typeface="Arial"/>
                <a:ea typeface="Arial"/>
                <a:cs typeface="Arial"/>
                <a:sym typeface="Arial"/>
              </a:rPr>
              <a:t>813121</a:t>
            </a:r>
            <a:r>
              <a:rPr altLang="en-IN" b="0" cap="none" dirty="0" sz="1200" i="0" lang="en-IN" strike="noStrike" u="none">
                <a:solidFill>
                  <a:schemeClr val="tx1"/>
                </a:solidFill>
                <a:latin typeface="Arial"/>
                <a:ea typeface="Arial"/>
                <a:cs typeface="Arial"/>
                <a:sym typeface="Arial"/>
              </a:rPr>
              <a:t>1040</a:t>
            </a:r>
            <a:r>
              <a:rPr altLang="en-GB" b="0" cap="none" dirty="0" sz="1200" i="0" lang="en-US" strike="noStrike" u="none">
                <a:solidFill>
                  <a:schemeClr val="tx1"/>
                </a:solidFill>
                <a:latin typeface="Arial"/>
                <a:ea typeface="Arial"/>
                <a:cs typeface="Arial"/>
                <a:sym typeface="Arial"/>
              </a:rPr>
              <a:t>5</a:t>
            </a:r>
            <a:r>
              <a:rPr altLang="en-GB" b="0" cap="none" dirty="0" sz="1200" i="0" lang="en-US" strike="noStrike" u="none">
                <a:solidFill>
                  <a:schemeClr val="tx1"/>
                </a:solidFill>
                <a:latin typeface="Arial"/>
                <a:ea typeface="Arial"/>
                <a:cs typeface="Arial"/>
                <a:sym typeface="Arial"/>
              </a:rPr>
              <a:t>5</a:t>
            </a:r>
            <a:endParaRPr b="0" cap="none" dirty="0" sz="1100" i="0" lang="en-US" strike="noStrike" u="none">
              <a:solidFill>
                <a:schemeClr val="tx1"/>
              </a:solidFill>
              <a:latin typeface="Arial"/>
              <a:ea typeface="Arial"/>
              <a:cs typeface="Arial"/>
              <a:sym typeface="Arial"/>
            </a:endParaRPr>
          </a:p>
        </p:txBody>
      </p:sp>
      <p:cxnSp>
        <p:nvCxnSpPr>
          <p:cNvPr id="3145728" name="Straight Connector 14"/>
          <p:cNvCxnSpPr>
            <a:cxnSpLocks/>
          </p:cNvCxnSpPr>
          <p:nvPr/>
        </p:nvCxnSpPr>
        <p:spPr>
          <a:xfrm>
            <a:off x="1100213" y="3919492"/>
            <a:ext cx="1986613" cy="0"/>
          </a:xfrm>
          <a:prstGeom prst="line"/>
          <a:ln w="3175">
            <a:solidFill>
              <a:schemeClr val="tx1"/>
            </a:solidFill>
            <a:prstDash val="lgDashDotDot"/>
          </a:ln>
        </p:spPr>
        <p:style>
          <a:lnRef idx="1">
            <a:schemeClr val="accent1"/>
          </a:lnRef>
          <a:fillRef idx="0">
            <a:schemeClr val="accent1"/>
          </a:fillRef>
          <a:effectRef idx="0">
            <a:schemeClr val="accent1"/>
          </a:effectRef>
          <a:fontRef idx="minor">
            <a:schemeClr val="tx1"/>
          </a:fontRef>
        </p:style>
      </p:cxnSp>
      <p:sp>
        <p:nvSpPr>
          <p:cNvPr id="1048595" name="Google Shape;70;p13"/>
          <p:cNvSpPr txBox="1"/>
          <p:nvPr/>
        </p:nvSpPr>
        <p:spPr>
          <a:xfrm>
            <a:off x="5644771" y="3654875"/>
            <a:ext cx="1456920" cy="276959"/>
          </a:xfrm>
          <a:prstGeom prst="rect"/>
          <a:noFill/>
          <a:ln>
            <a:noFill/>
          </a:ln>
        </p:spPr>
        <p:txBody>
          <a:bodyPr anchor="t" anchorCtr="0" bIns="45700" lIns="91425" rIns="91425" spcFirstLastPara="1" tIns="45700" wrap="square">
            <a:spAutoFit/>
          </a:bodyPr>
          <a:p>
            <a:pPr indent="0" lvl="0" marL="0" marR="0" rtl="0">
              <a:lnSpc>
                <a:spcPct val="100000"/>
              </a:lnSpc>
              <a:spcBef>
                <a:spcPts val="0"/>
              </a:spcBef>
              <a:spcAft>
                <a:spcPts val="0"/>
              </a:spcAft>
              <a:buNone/>
            </a:pPr>
            <a:r>
              <a:rPr b="0" cap="none" dirty="0" sz="1200" i="0" lang="en-US" strike="noStrike" u="none">
                <a:solidFill>
                  <a:schemeClr val="tx1"/>
                </a:solidFill>
                <a:latin typeface="Arial"/>
                <a:ea typeface="Arial"/>
                <a:cs typeface="Arial"/>
                <a:sym typeface="Arial"/>
              </a:rPr>
              <a:t>College Name</a:t>
            </a:r>
          </a:p>
        </p:txBody>
      </p:sp>
      <p:cxnSp>
        <p:nvCxnSpPr>
          <p:cNvPr id="3145729" name="Straight Connector 19"/>
          <p:cNvCxnSpPr>
            <a:cxnSpLocks/>
          </p:cNvCxnSpPr>
          <p:nvPr/>
        </p:nvCxnSpPr>
        <p:spPr>
          <a:xfrm>
            <a:off x="5693065" y="3919492"/>
            <a:ext cx="1360332" cy="0"/>
          </a:xfrm>
          <a:prstGeom prst="line"/>
          <a:ln w="3175">
            <a:solidFill>
              <a:schemeClr val="tx1"/>
            </a:solidFill>
            <a:prstDash val="lgDashDotDot"/>
          </a:ln>
        </p:spPr>
        <p:style>
          <a:lnRef idx="1">
            <a:schemeClr val="accent1"/>
          </a:lnRef>
          <a:fillRef idx="0">
            <a:schemeClr val="accent1"/>
          </a:fillRef>
          <a:effectRef idx="0">
            <a:schemeClr val="accent1"/>
          </a:effectRef>
          <a:fontRef idx="minor">
            <a:schemeClr val="tx1"/>
          </a:fontRef>
        </p:style>
      </p:cxnSp>
      <p:sp>
        <p:nvSpPr>
          <p:cNvPr id="1048596" name="TextBox 23"/>
          <p:cNvSpPr txBox="1"/>
          <p:nvPr/>
        </p:nvSpPr>
        <p:spPr>
          <a:xfrm>
            <a:off x="5829643" y="3882612"/>
            <a:ext cx="2095554" cy="600164"/>
          </a:xfrm>
          <a:prstGeom prst="rect"/>
          <a:noFill/>
        </p:spPr>
        <p:txBody>
          <a:bodyPr wrap="square">
            <a:spAutoFit/>
          </a:bodyPr>
          <a:p>
            <a:pPr lvl="0" marR="0" rtl="0">
              <a:lnSpc>
                <a:spcPct val="100000"/>
              </a:lnSpc>
              <a:spcBef>
                <a:spcPts val="0"/>
              </a:spcBef>
              <a:spcAft>
                <a:spcPts val="200"/>
              </a:spcAft>
              <a:buClr>
                <a:schemeClr val="bg1"/>
              </a:buClr>
            </a:pPr>
            <a:r>
              <a:rPr dirty="0" sz="1100" lang="en-US" err="1">
                <a:solidFill>
                  <a:schemeClr val="tx1"/>
                </a:solidFill>
              </a:rPr>
              <a:t>Pavendar</a:t>
            </a:r>
            <a:r>
              <a:rPr dirty="0" sz="1100" lang="en-US">
                <a:solidFill>
                  <a:schemeClr val="tx1"/>
                </a:solidFill>
              </a:rPr>
              <a:t> </a:t>
            </a:r>
            <a:r>
              <a:rPr dirty="0" sz="1100" lang="en-US" err="1">
                <a:solidFill>
                  <a:schemeClr val="tx1"/>
                </a:solidFill>
              </a:rPr>
              <a:t>Bharathidasan</a:t>
            </a:r>
            <a:r>
              <a:rPr dirty="0" sz="1100" lang="en-US">
                <a:solidFill>
                  <a:schemeClr val="tx1"/>
                </a:solidFill>
              </a:rPr>
              <a:t> College of Engineering and Technology</a:t>
            </a:r>
            <a:endParaRPr b="0" cap="none" dirty="0" sz="1100" i="0" lang="en-US" strike="noStrike" u="none">
              <a:solidFill>
                <a:schemeClr val="tx1"/>
              </a:solidFill>
              <a:latin typeface="Arial"/>
              <a:ea typeface="Arial"/>
              <a:cs typeface="Arial"/>
              <a:sym typeface="Arial"/>
            </a:endParaRPr>
          </a:p>
        </p:txBody>
      </p:sp>
      <p:pic>
        <p:nvPicPr>
          <p:cNvPr id="2097154" name="Picture 2"/>
          <p:cNvPicPr>
            <a:picLocks noChangeAspect="1" noChangeArrowheads="1"/>
          </p:cNvPicPr>
          <p:nvPr/>
        </p:nvPicPr>
        <p:blipFill>
          <a:blip xmlns:r="http://schemas.openxmlformats.org/officeDocument/2006/relationships" r:embed="rId2"/>
          <a:stretch>
            <a:fillRect/>
          </a:stretch>
        </p:blipFill>
        <p:spPr bwMode="auto">
          <a:xfrm>
            <a:off x="1834750" y="1249149"/>
            <a:ext cx="1146742" cy="666202"/>
          </a:xfrm>
          <a:prstGeom prst="rect"/>
        </p:spPr>
      </p:pic>
      <p:pic>
        <p:nvPicPr>
          <p:cNvPr id="2097155" name="Picture 5" descr="A logo with people and map  Description automatically generated"/>
          <p:cNvPicPr>
            <a:picLocks noChangeAspect="1" noChangeArrowheads="1"/>
          </p:cNvPicPr>
          <p:nvPr/>
        </p:nvPicPr>
        <p:blipFill>
          <a:blip xmlns:r="http://schemas.openxmlformats.org/officeDocument/2006/relationships" r:embed="rId3"/>
          <a:srcRect/>
          <a:stretch>
            <a:fillRect/>
          </a:stretch>
        </p:blipFill>
        <p:spPr bwMode="auto">
          <a:xfrm>
            <a:off x="6461189" y="1211666"/>
            <a:ext cx="668564" cy="666202"/>
          </a:xfrm>
          <a:prstGeom prst="rect"/>
          <a:noFill/>
        </p:spPr>
      </p:pic>
      <p:pic>
        <p:nvPicPr>
          <p:cNvPr id="2097156" name="Picture 9" descr="A close up of a logo  Description automatically generated"/>
          <p:cNvPicPr>
            <a:picLocks noChangeAspect="1"/>
          </p:cNvPicPr>
          <p:nvPr/>
        </p:nvPicPr>
        <p:blipFill>
          <a:blip xmlns:r="http://schemas.openxmlformats.org/officeDocument/2006/relationships" r:embed="rId4"/>
          <a:stretch>
            <a:fillRect/>
          </a:stretch>
        </p:blipFill>
        <p:spPr>
          <a:xfrm>
            <a:off x="3927667" y="1286631"/>
            <a:ext cx="1587347" cy="516273"/>
          </a:xfrm>
          <a:prstGeom prst="rect"/>
        </p:spPr>
      </p:pic>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advTm="3590" p14:dur="2000"/>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37" name="Shape 60"/>
        <p:cNvGrpSpPr/>
        <p:nvPr/>
      </p:nvGrpSpPr>
      <p:grpSpPr>
        <a:xfrm>
          <a:off x="0" y="0"/>
          <a:ext cx="0" cy="0"/>
          <a:chOff x="0" y="0"/>
          <a:chExt cx="0" cy="0"/>
        </a:xfrm>
      </p:grpSpPr>
      <p:pic>
        <p:nvPicPr>
          <p:cNvPr id="2097157" name="Picture 10" descr="A blue and white rectangle with a white border  Description automatically generated"/>
          <p:cNvPicPr>
            <a:picLocks noChangeAspect="1"/>
          </p:cNvPicPr>
          <p:nvPr/>
        </p:nvPicPr>
        <p:blipFill>
          <a:blip xmlns:r="http://schemas.openxmlformats.org/officeDocument/2006/relationships" r:embed="rId1"/>
          <a:stretch>
            <a:fillRect/>
          </a:stretch>
        </p:blipFill>
        <p:spPr>
          <a:xfrm>
            <a:off x="0" y="0"/>
            <a:ext cx="9144000" cy="5143500"/>
          </a:xfrm>
          <a:prstGeom prst="rect"/>
        </p:spPr>
      </p:pic>
      <p:sp>
        <p:nvSpPr>
          <p:cNvPr id="1048601" name="TextBox 11"/>
          <p:cNvSpPr txBox="1"/>
          <p:nvPr/>
        </p:nvSpPr>
        <p:spPr>
          <a:xfrm>
            <a:off x="2422762" y="970065"/>
            <a:ext cx="4283236" cy="499110"/>
          </a:xfrm>
          <a:prstGeom prst="rect"/>
        </p:spPr>
        <p:txBody>
          <a:bodyPr anchor="t" bIns="0" lIns="0" rIns="0" rtlCol="0" tIns="0" wrap="square">
            <a:spAutoFit/>
          </a:bodyPr>
          <a:lst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a:lstStyle>
          <a:p>
            <a:pPr algn="ctr">
              <a:lnSpc>
                <a:spcPts val="3930"/>
              </a:lnSpc>
              <a:spcBef>
                <a:spcPct val="0"/>
              </a:spcBef>
            </a:pPr>
            <a:r>
              <a:rPr b="1" sz="2000" lang="en-US">
                <a:solidFill>
                  <a:srgbClr val="213164"/>
                </a:solidFill>
                <a:latin typeface="Arial"/>
                <a:cs typeface="Arial"/>
              </a:rPr>
              <a:t>CAPSTONE PROJECT SHOWCASE</a:t>
            </a:r>
          </a:p>
        </p:txBody>
      </p:sp>
      <p:sp>
        <p:nvSpPr>
          <p:cNvPr id="1048602" name="Rectangle: Rounded Corners 15"/>
          <p:cNvSpPr/>
          <p:nvPr/>
        </p:nvSpPr>
        <p:spPr>
          <a:xfrm>
            <a:off x="956310" y="3037840"/>
            <a:ext cx="7227570" cy="530626"/>
          </a:xfrm>
          <a:prstGeom prst="roundRect"/>
          <a:solidFill>
            <a:srgbClr val="DFDDFB"/>
          </a:solidFill>
          <a:ln>
            <a:solidFill>
              <a:srgbClr val="DFDDFB"/>
            </a:solidFill>
          </a:ln>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lang="en-IN"/>
          </a:p>
        </p:txBody>
      </p:sp>
      <p:sp>
        <p:nvSpPr>
          <p:cNvPr id="1048603" name="TextBox 10"/>
          <p:cNvSpPr txBox="1"/>
          <p:nvPr/>
        </p:nvSpPr>
        <p:spPr>
          <a:xfrm>
            <a:off x="2129473" y="3183633"/>
            <a:ext cx="4881245" cy="239040"/>
          </a:xfrm>
          <a:prstGeom prst="rect"/>
        </p:spPr>
        <p:txBody>
          <a:bodyPr anchor="t" bIns="0" lIns="0" rIns="0" rtlCol="0" tIns="0" wrap="square">
            <a:spAutoFit/>
          </a:bodyPr>
          <a:lst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a:lstStyle>
          <a:p>
            <a:pPr algn="ctr">
              <a:lnSpc>
                <a:spcPts val="1996"/>
              </a:lnSpc>
              <a:spcBef>
                <a:spcPct val="0"/>
              </a:spcBef>
            </a:pPr>
            <a:r>
              <a:rPr b="1" dirty="0" sz="1600" lang="en-US"/>
              <a:t>Car Rentals Application with Django Framework</a:t>
            </a:r>
            <a:r>
              <a:rPr b="1" dirty="0" sz="1600" lang="en-US">
                <a:latin typeface="+mj-lt"/>
              </a:rPr>
              <a:t> </a:t>
            </a:r>
            <a:endParaRPr b="1" dirty="0" sz="1600" lang="en-US">
              <a:latin typeface="+mj-lt"/>
              <a:cs typeface="Poppins"/>
            </a:endParaRPr>
          </a:p>
        </p:txBody>
      </p:sp>
      <p:sp>
        <p:nvSpPr>
          <p:cNvPr id="1048604" name="TextBox 10"/>
          <p:cNvSpPr txBox="1"/>
          <p:nvPr/>
        </p:nvSpPr>
        <p:spPr>
          <a:xfrm>
            <a:off x="3872230" y="2704572"/>
            <a:ext cx="1399540" cy="239040"/>
          </a:xfrm>
          <a:prstGeom prst="rect"/>
        </p:spPr>
        <p:txBody>
          <a:bodyPr anchor="t" bIns="0" lIns="0" rIns="0" rtlCol="0" tIns="0" wrap="square">
            <a:spAutoFit/>
          </a:bodyPr>
          <a:lst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a:lstStyle>
          <a:p>
            <a:pPr algn="ctr">
              <a:lnSpc>
                <a:spcPts val="1996"/>
              </a:lnSpc>
              <a:spcBef>
                <a:spcPct val="0"/>
              </a:spcBef>
            </a:pPr>
            <a:r>
              <a:rPr b="1" sz="1600" lang="en-US">
                <a:solidFill>
                  <a:schemeClr val="bg1"/>
                </a:solidFill>
                <a:latin typeface="+mj-lt"/>
              </a:rPr>
              <a:t>Project Title</a:t>
            </a:r>
            <a:endParaRPr b="1" sz="1600" lang="en-US">
              <a:solidFill>
                <a:schemeClr val="bg1"/>
              </a:solidFill>
              <a:latin typeface="+mj-lt"/>
              <a:cs typeface="Poppins"/>
            </a:endParaRPr>
          </a:p>
        </p:txBody>
      </p:sp>
      <p:sp>
        <p:nvSpPr>
          <p:cNvPr id="1048605" name="TextBox 7"/>
          <p:cNvSpPr txBox="1"/>
          <p:nvPr/>
        </p:nvSpPr>
        <p:spPr>
          <a:xfrm>
            <a:off x="1276813" y="4029973"/>
            <a:ext cx="6590375" cy="512320"/>
          </a:xfrm>
          <a:prstGeom prst="rect"/>
        </p:spPr>
        <p:txBody>
          <a:bodyPr anchor="t" bIns="0" lIns="0" rIns="0" rtlCol="0" tIns="0" wrap="square">
            <a:spAutoFit/>
          </a:bodyPr>
          <a:lst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a:lstStyle>
          <a:p>
            <a:pPr algn="ctr">
              <a:lnSpc>
                <a:spcPts val="1996"/>
              </a:lnSpc>
              <a:spcBef>
                <a:spcPct val="0"/>
              </a:spcBef>
            </a:pPr>
            <a:r>
              <a:rPr sz="1600" lang="en-US">
                <a:solidFill>
                  <a:schemeClr val="bg1"/>
                </a:solidFill>
                <a:latin typeface="+mj-lt"/>
              </a:rPr>
              <a:t>Abstract | Problem Statement | Project Overview |</a:t>
            </a:r>
            <a:r>
              <a:rPr sz="1600" lang="en-US">
                <a:solidFill>
                  <a:schemeClr val="bg1"/>
                </a:solidFill>
                <a:latin typeface="+mj-lt"/>
                <a:ea typeface="+mn-lt"/>
                <a:cs typeface="Poppins"/>
              </a:rPr>
              <a:t> Proposed </a:t>
            </a:r>
            <a:r>
              <a:rPr sz="1600" lang="en-US">
                <a:solidFill>
                  <a:schemeClr val="bg1"/>
                </a:solidFill>
                <a:latin typeface="+mj-lt"/>
                <a:ea typeface="+mn-lt"/>
                <a:cs typeface="+mn-lt"/>
              </a:rPr>
              <a:t>Solution </a:t>
            </a:r>
            <a:r>
              <a:rPr sz="1600" lang="en-US">
                <a:solidFill>
                  <a:schemeClr val="bg1"/>
                </a:solidFill>
                <a:latin typeface="+mj-lt"/>
              </a:rPr>
              <a:t>| </a:t>
            </a:r>
            <a:r>
              <a:rPr sz="1600" lang="en-US">
                <a:solidFill>
                  <a:schemeClr val="bg1"/>
                </a:solidFill>
                <a:latin typeface="+mj-lt"/>
                <a:ea typeface="+mn-lt"/>
                <a:cs typeface="Poppins"/>
              </a:rPr>
              <a:t>Technology Used</a:t>
            </a:r>
            <a:r>
              <a:rPr sz="1600" lang="en-US">
                <a:solidFill>
                  <a:schemeClr val="bg1"/>
                </a:solidFill>
                <a:latin typeface="+mj-lt"/>
              </a:rPr>
              <a:t> | Modelling &amp; Results </a:t>
            </a:r>
            <a:r>
              <a:rPr sz="1600" lang="en-US">
                <a:solidFill>
                  <a:schemeClr val="bg1"/>
                </a:solidFill>
                <a:latin typeface="+mj-lt"/>
                <a:ea typeface="+mn-lt"/>
                <a:cs typeface="+mn-lt"/>
              </a:rPr>
              <a:t>| Conclusion </a:t>
            </a:r>
            <a:endParaRPr sz="1600" lang="en-US">
              <a:solidFill>
                <a:schemeClr val="bg1"/>
              </a:solidFill>
              <a:latin typeface="+mj-lt"/>
              <a:cs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41" name="Shape 60"/>
        <p:cNvGrpSpPr/>
        <p:nvPr/>
      </p:nvGrpSpPr>
      <p:grpSpPr>
        <a:xfrm>
          <a:off x="0" y="0"/>
          <a:ext cx="0" cy="0"/>
          <a:chOff x="0" y="0"/>
          <a:chExt cx="0" cy="0"/>
        </a:xfrm>
      </p:grpSpPr>
      <p:sp>
        <p:nvSpPr>
          <p:cNvPr id="1048610" name="Google Shape;61;g5fab984687_2_0"/>
          <p:cNvSpPr txBox="1">
            <a:spLocks noGrp="1"/>
          </p:cNvSpPr>
          <p:nvPr>
            <p:ph type="title"/>
          </p:nvPr>
        </p:nvSpPr>
        <p:spPr>
          <a:xfrm>
            <a:off x="85642" y="547911"/>
            <a:ext cx="7700010" cy="4090800"/>
          </a:xfrm>
          <a:prstGeom prst="rect"/>
          <a:noFill/>
          <a:ln>
            <a:noFill/>
          </a:ln>
        </p:spPr>
        <p:txBody>
          <a:bodyPr anchor="t" anchorCtr="0" bIns="91425" lIns="91425" rIns="91425" spcFirstLastPara="1" tIns="91425" wrap="square">
            <a:noAutofit/>
          </a:bodyPr>
          <a:p>
            <a:pPr lvl="0">
              <a:buSzPts val="2800"/>
            </a:pPr>
            <a:r>
              <a:rPr b="1" dirty="0" sz="1600" lang="en-IN">
                <a:solidFill>
                  <a:srgbClr val="213163"/>
                </a:solidFill>
              </a:rPr>
              <a:t>Abstract </a:t>
            </a:r>
            <a:br>
              <a:rPr b="1" dirty="0" sz="1600" lang="en-IN">
                <a:solidFill>
                  <a:srgbClr val="213163"/>
                </a:solidFill>
              </a:rPr>
            </a:br>
            <a:br>
              <a:rPr b="1" dirty="0" sz="1600" lang="en-IN">
                <a:solidFill>
                  <a:srgbClr val="213163"/>
                </a:solidFill>
              </a:rPr>
            </a:br>
            <a:r>
              <a:rPr dirty="0" sz="1600" lang="en-US"/>
              <a:t>“</a:t>
            </a:r>
            <a:r>
              <a:rPr dirty="0" sz="1400" lang="en-US"/>
              <a:t>CAR RENTAL APPLICATION WITH DJANGO FRAMEWORK” is a project which aims in developing an Online Application of car rental system. It is a system that enables customer to rent a car to place their choice online at any time at any place. The reason to develop the system is due to the issues of facing by fuel cost. These issues are such as peak hour-long queue issues, increase of taxi and private cabs than visitors, speed major request of car management, limited promotion, and quality control of cars management. Therefore this system enhances the speed and standardization pf taking rental car from the customers and display it to the staff in the website accordingly. Beside that it provide user friendly web-pages and effective advertising medium to the new product of the online car rental system to the customer at reasonable price. Furthermore, it also extend and deliver customer satisfactions especially to the hectic customer or reaching the customers who are constrain of transport to be in car shop. Altogether it is helpful for everyone for the customers and for the traveler’s also.</a:t>
            </a:r>
            <a:endParaRPr dirty="0" sz="1400" lang="en-IN"/>
          </a:p>
        </p:txBody>
      </p:sp>
      <p:cxnSp>
        <p:nvCxnSpPr>
          <p:cNvPr id="3145730" name="Straight Connector 2"/>
          <p:cNvCxnSpPr>
            <a:cxnSpLocks/>
          </p:cNvCxnSpPr>
          <p:nvPr/>
        </p:nvCxnSpPr>
        <p:spPr>
          <a:xfrm>
            <a:off x="0" y="4675910"/>
            <a:ext cx="9144000" cy="0"/>
          </a:xfrm>
          <a:prstGeom prst="line"/>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48611" name="Google Shape;61;g5fab984687_2_0"/>
          <p:cNvSpPr txBox="1"/>
          <p:nvPr/>
        </p:nvSpPr>
        <p:spPr>
          <a:xfrm>
            <a:off x="145277" y="4713110"/>
            <a:ext cx="4671887" cy="322263"/>
          </a:xfrm>
          <a:prstGeom prst="rect"/>
          <a:noFill/>
          <a:ln>
            <a:noFill/>
          </a:ln>
        </p:spPr>
        <p:txBody>
          <a:bodyPr anchor="t" anchorCtr="0" bIns="91425" lIns="91425" rIns="91425" spcFirstLastPara="1" tIns="91425" wrap="square">
            <a:noAutofit/>
          </a:bodyPr>
          <a:lst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9pPr>
          </a:lstStyle>
          <a:p>
            <a:pPr>
              <a:buSzPts val="2800"/>
            </a:pPr>
            <a:r>
              <a:rPr dirty="0" sz="1000" lang="en-IN">
                <a:solidFill>
                  <a:schemeClr val="tx1"/>
                </a:solidFill>
              </a:rPr>
              <a:t>Source :</a:t>
            </a:r>
            <a:r>
              <a:rPr dirty="0" sz="1000" lang="en-IN"/>
              <a:t> arkajainuniversity.ac.in</a:t>
            </a:r>
            <a:endParaRPr dirty="0" sz="1000" lang="en-IN">
              <a:solidFill>
                <a:schemeClr val="tx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44" name="Shape 60"/>
        <p:cNvGrpSpPr/>
        <p:nvPr/>
      </p:nvGrpSpPr>
      <p:grpSpPr>
        <a:xfrm>
          <a:off x="0" y="0"/>
          <a:ext cx="0" cy="0"/>
          <a:chOff x="0" y="0"/>
          <a:chExt cx="0" cy="0"/>
        </a:xfrm>
      </p:grpSpPr>
      <p:sp>
        <p:nvSpPr>
          <p:cNvPr id="1048614" name="Google Shape;61;g5fab984687_2_0"/>
          <p:cNvSpPr txBox="1">
            <a:spLocks noGrp="1"/>
          </p:cNvSpPr>
          <p:nvPr>
            <p:ph type="title"/>
          </p:nvPr>
        </p:nvSpPr>
        <p:spPr>
          <a:xfrm>
            <a:off x="136665" y="585109"/>
            <a:ext cx="7348411" cy="4090800"/>
          </a:xfrm>
          <a:prstGeom prst="rect"/>
          <a:noFill/>
          <a:ln>
            <a:noFill/>
          </a:ln>
        </p:spPr>
        <p:txBody>
          <a:bodyPr anchor="t" anchorCtr="0" bIns="91425" lIns="91425" rIns="91425" spcFirstLastPara="1" tIns="91425" wrap="square">
            <a:noAutofit/>
          </a:bodyPr>
          <a:p>
            <a:pPr lvl="0">
              <a:buSzPts val="2800"/>
            </a:pPr>
            <a:r>
              <a:rPr b="1" dirty="0" sz="1600" lang="en-IN">
                <a:solidFill>
                  <a:srgbClr val="213163"/>
                </a:solidFill>
              </a:rPr>
              <a:t>Problem Statement</a:t>
            </a:r>
            <a:br>
              <a:rPr b="1" dirty="0" sz="1600" lang="en-IN">
                <a:solidFill>
                  <a:srgbClr val="213163"/>
                </a:solidFill>
              </a:rPr>
            </a:br>
            <a:br>
              <a:rPr b="1" dirty="0" sz="1600" lang="en-IN">
                <a:solidFill>
                  <a:srgbClr val="213163"/>
                </a:solidFill>
              </a:rPr>
            </a:br>
            <a:r>
              <a:rPr dirty="0" sz="1400" lang="en-US"/>
              <a:t>The Manual car rental system provides services only during office hours. So; customers have limited time to make any transactions or reservation of the cars. The existence of the online car rental systems nowadays has overcome the limitation of the business operation hour. However; there is still a few numbers of these online car rental systems in Malaysia and most of the systems offered reservation service for tourists or traveler. Besides that, there are some customers who faced a problem in choosing car to be rented which suitable with some of the important requirements. </a:t>
            </a:r>
            <a:br>
              <a:rPr dirty="0" sz="1400" lang="en-US"/>
            </a:br>
            <a:br>
              <a:rPr dirty="0" sz="1400" lang="en-US"/>
            </a:br>
            <a:r>
              <a:rPr dirty="0" sz="1400" lang="en-US"/>
              <a:t>1. To rent a car a prospective renter must first go to the nearest office to register as a client. </a:t>
            </a:r>
            <a:br>
              <a:rPr dirty="0" sz="1400" lang="en-US"/>
            </a:br>
            <a:br>
              <a:rPr dirty="0" sz="1400" lang="en-US"/>
            </a:br>
            <a:r>
              <a:rPr dirty="0" sz="1400" lang="en-US"/>
              <a:t>2. Cars that provide difficulties to rent out are normally advertised in local or national newspaper. it involves a lot of paper work and consumes time.</a:t>
            </a:r>
            <a:endParaRPr dirty="0" sz="1400" lang="en-IN"/>
          </a:p>
        </p:txBody>
      </p:sp>
      <p:cxnSp>
        <p:nvCxnSpPr>
          <p:cNvPr id="3145731" name="Straight Connector 1"/>
          <p:cNvCxnSpPr>
            <a:cxnSpLocks/>
          </p:cNvCxnSpPr>
          <p:nvPr/>
        </p:nvCxnSpPr>
        <p:spPr>
          <a:xfrm>
            <a:off x="0" y="4675910"/>
            <a:ext cx="9144000" cy="0"/>
          </a:xfrm>
          <a:prstGeom prst="line"/>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48615" name="Google Shape;61;g5fab984687_2_0"/>
          <p:cNvSpPr txBox="1"/>
          <p:nvPr/>
        </p:nvSpPr>
        <p:spPr>
          <a:xfrm>
            <a:off x="136665" y="4675910"/>
            <a:ext cx="3766099" cy="322263"/>
          </a:xfrm>
          <a:prstGeom prst="rect"/>
          <a:noFill/>
          <a:ln>
            <a:noFill/>
          </a:ln>
        </p:spPr>
        <p:txBody>
          <a:bodyPr anchor="t" anchorCtr="0" bIns="91425" lIns="91425" rIns="91425" spcFirstLastPara="1" tIns="91425" wrap="square">
            <a:noAutofit/>
          </a:bodyPr>
          <a:lst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9pPr>
          </a:lstStyle>
          <a:p>
            <a:pPr>
              <a:buSzPts val="2800"/>
            </a:pPr>
            <a:r>
              <a:rPr dirty="0" sz="1000" lang="en-IN">
                <a:solidFill>
                  <a:schemeClr val="tx1"/>
                </a:solidFill>
              </a:rPr>
              <a:t>Source : www.coursehero.com</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47" name="Shape 60"/>
        <p:cNvGrpSpPr/>
        <p:nvPr/>
      </p:nvGrpSpPr>
      <p:grpSpPr>
        <a:xfrm>
          <a:off x="0" y="0"/>
          <a:ext cx="0" cy="0"/>
          <a:chOff x="0" y="0"/>
          <a:chExt cx="0" cy="0"/>
        </a:xfrm>
      </p:grpSpPr>
      <p:sp>
        <p:nvSpPr>
          <p:cNvPr id="1048618" name="Google Shape;61;g5fab984687_2_0"/>
          <p:cNvSpPr txBox="1">
            <a:spLocks noGrp="1"/>
          </p:cNvSpPr>
          <p:nvPr>
            <p:ph type="title"/>
          </p:nvPr>
        </p:nvSpPr>
        <p:spPr>
          <a:xfrm>
            <a:off x="52512" y="607024"/>
            <a:ext cx="8342740" cy="4090800"/>
          </a:xfrm>
          <a:prstGeom prst="rect"/>
          <a:noFill/>
          <a:ln>
            <a:noFill/>
          </a:ln>
        </p:spPr>
        <p:txBody>
          <a:bodyPr anchor="t" anchorCtr="0" bIns="91425" lIns="91425" rIns="91425" spcFirstLastPara="1" tIns="91425" wrap="square">
            <a:noAutofit/>
          </a:bodyPr>
          <a:p>
            <a:pPr lvl="0">
              <a:buSzPts val="2800"/>
            </a:pPr>
            <a:r>
              <a:rPr b="1" dirty="0" sz="1600" lang="en-IN">
                <a:solidFill>
                  <a:srgbClr val="213163"/>
                </a:solidFill>
              </a:rPr>
              <a:t>Project Overview</a:t>
            </a:r>
            <a:br>
              <a:rPr b="1" dirty="0" sz="1600" lang="en-IN">
                <a:solidFill>
                  <a:srgbClr val="213163"/>
                </a:solidFill>
              </a:rPr>
            </a:br>
            <a:br>
              <a:rPr b="1" dirty="0" sz="1800" lang="en-IN">
                <a:solidFill>
                  <a:srgbClr val="213163"/>
                </a:solidFill>
              </a:rPr>
            </a:br>
            <a:r>
              <a:rPr dirty="0" sz="1600" lang="en-US"/>
              <a:t>The primary purpose of an online car rental system is to allow customers to easily do order at website over the internet. With the improvement of technology, online car rental systems are becoming a popular topic. That’s because they are serving the ever-increasing Demand for convince. It benefits both the customer and the business. With a website or mobile app, customers can easily Browse all the dishes and place order of their </a:t>
            </a:r>
            <a:r>
              <a:rPr dirty="0" sz="1600" lang="en-US" err="1"/>
              <a:t>favourite</a:t>
            </a:r>
            <a:r>
              <a:rPr dirty="0" sz="1600" lang="en-US"/>
              <a:t> one. From the car rental perspective, they no longer spend time taking the customer’s order, stop worrying about communication errors and streamline their order management workflow. The main purpose behind building this website is to establish A smooth and easy way of ordering process to the users so they Didn’t get any trouble in placing orders or cancelling orders. In this project everything has been made in synchronize way with full order and sequence admin has full control over the system. And user will get a lot of facilities in this system. </a:t>
            </a:r>
            <a:endParaRPr dirty="0" sz="1600" lang="en-IN"/>
          </a:p>
        </p:txBody>
      </p:sp>
      <p:cxnSp>
        <p:nvCxnSpPr>
          <p:cNvPr id="3145732" name="Straight Connector 1"/>
          <p:cNvCxnSpPr>
            <a:cxnSpLocks/>
          </p:cNvCxnSpPr>
          <p:nvPr/>
        </p:nvCxnSpPr>
        <p:spPr>
          <a:xfrm>
            <a:off x="0" y="4675910"/>
            <a:ext cx="9144000" cy="0"/>
          </a:xfrm>
          <a:prstGeom prst="line"/>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48619" name="Google Shape;61;g5fab984687_2_0"/>
          <p:cNvSpPr txBox="1"/>
          <p:nvPr/>
        </p:nvSpPr>
        <p:spPr>
          <a:xfrm>
            <a:off x="235392" y="4697824"/>
            <a:ext cx="2690687" cy="322263"/>
          </a:xfrm>
          <a:prstGeom prst="rect"/>
          <a:noFill/>
          <a:ln>
            <a:noFill/>
          </a:ln>
        </p:spPr>
        <p:txBody>
          <a:bodyPr anchor="t" anchorCtr="0" bIns="91425" lIns="91425" rIns="91425" spcFirstLastPara="1" tIns="91425" wrap="square">
            <a:noAutofit/>
          </a:bodyPr>
          <a:lst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9pPr>
          </a:lstStyle>
          <a:p>
            <a:pPr>
              <a:buSzPts val="2800"/>
            </a:pPr>
            <a:r>
              <a:rPr dirty="0" sz="1000" lang="en-IN">
                <a:solidFill>
                  <a:schemeClr val="tx1"/>
                </a:solidFill>
              </a:rPr>
              <a:t>Source : </a:t>
            </a:r>
            <a:r>
              <a:rPr dirty="0" sz="1000" lang="en-IN"/>
              <a:t>arkajainuniversity.ac.in</a:t>
            </a:r>
            <a:endParaRPr dirty="0" sz="1000" lang="en-IN">
              <a:solidFill>
                <a:schemeClr val="tx1"/>
              </a:solidFill>
            </a:endParaRPr>
          </a:p>
          <a:p>
            <a:pPr>
              <a:buSzPts val="2800"/>
            </a:pPr>
            <a:endParaRPr dirty="0" sz="1000" lang="en-IN">
              <a:solidFill>
                <a:schemeClr val="tx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50" name="Shape 60"/>
        <p:cNvGrpSpPr/>
        <p:nvPr/>
      </p:nvGrpSpPr>
      <p:grpSpPr>
        <a:xfrm>
          <a:off x="0" y="0"/>
          <a:ext cx="0" cy="0"/>
          <a:chOff x="0" y="0"/>
          <a:chExt cx="0" cy="0"/>
        </a:xfrm>
      </p:grpSpPr>
      <p:sp>
        <p:nvSpPr>
          <p:cNvPr id="1048622" name="Google Shape;61;g5fab984687_2_0"/>
          <p:cNvSpPr txBox="1">
            <a:spLocks noGrp="1"/>
          </p:cNvSpPr>
          <p:nvPr>
            <p:ph type="title"/>
          </p:nvPr>
        </p:nvSpPr>
        <p:spPr>
          <a:xfrm>
            <a:off x="138533" y="477078"/>
            <a:ext cx="8866934" cy="4063872"/>
          </a:xfrm>
          <a:prstGeom prst="rect"/>
          <a:noFill/>
          <a:ln>
            <a:noFill/>
          </a:ln>
        </p:spPr>
        <p:txBody>
          <a:bodyPr anchor="t" anchorCtr="0" bIns="91425" lIns="91425" rIns="91425" spcFirstLastPara="1" tIns="91425" wrap="square">
            <a:noAutofit/>
          </a:bodyPr>
          <a:p>
            <a:pPr algn="l" indent="0" lvl="0" marL="0" rtl="0">
              <a:lnSpc>
                <a:spcPct val="100000"/>
              </a:lnSpc>
              <a:spcBef>
                <a:spcPts val="0"/>
              </a:spcBef>
              <a:spcAft>
                <a:spcPts val="0"/>
              </a:spcAft>
              <a:buSzPts val="2800"/>
              <a:buNone/>
            </a:pPr>
            <a:r>
              <a:rPr b="1" dirty="0" sz="1600" lang="en-IN">
                <a:solidFill>
                  <a:srgbClr val="213163"/>
                </a:solidFill>
              </a:rPr>
              <a:t>Proposed Solution</a:t>
            </a:r>
            <a:endParaRPr dirty="0" sz="1600" lang="en-IN"/>
          </a:p>
        </p:txBody>
      </p:sp>
      <p:sp>
        <p:nvSpPr>
          <p:cNvPr id="1048623" name="TextBox 10"/>
          <p:cNvSpPr txBox="1"/>
          <p:nvPr/>
        </p:nvSpPr>
        <p:spPr>
          <a:xfrm>
            <a:off x="138533" y="1102220"/>
            <a:ext cx="8866934" cy="3139440"/>
          </a:xfrm>
          <a:prstGeom prst="rect"/>
          <a:noFill/>
        </p:spPr>
        <p:txBody>
          <a:bodyPr wrap="square">
            <a:spAutoFit/>
          </a:bodyPr>
          <a:p>
            <a:pPr>
              <a:lnSpc>
                <a:spcPct val="150000"/>
              </a:lnSpc>
            </a:pPr>
            <a:r>
              <a:rPr dirty="0" lang="en-US"/>
              <a:t>The existing system is a manual one. After studying the problems of the existing system, the following requirements have been identified. </a:t>
            </a:r>
          </a:p>
          <a:p>
            <a:pPr indent="-342900" marL="342900">
              <a:lnSpc>
                <a:spcPct val="150000"/>
              </a:lnSpc>
              <a:buAutoNum type="arabicPeriod"/>
            </a:pPr>
            <a:r>
              <a:rPr dirty="0" lang="en-US"/>
              <a:t>Develop a new system that will reduce the manual effort of creating reports</a:t>
            </a:r>
          </a:p>
          <a:p>
            <a:pPr indent="-342900" marL="342900">
              <a:lnSpc>
                <a:spcPct val="150000"/>
              </a:lnSpc>
              <a:buAutoNum type="arabicPeriod"/>
            </a:pPr>
            <a:r>
              <a:rPr dirty="0" lang="en-US"/>
              <a:t>Develop a system that will built-up the database to facilitate future information and retrieval for analysis and other statements.</a:t>
            </a:r>
          </a:p>
          <a:p>
            <a:pPr indent="-342900" marL="342900">
              <a:lnSpc>
                <a:spcPct val="150000"/>
              </a:lnSpc>
              <a:buAutoNum type="arabicPeriod"/>
            </a:pPr>
            <a:r>
              <a:rPr dirty="0" lang="en-US"/>
              <a:t>Develop a system that will automate the monitoring of any problem During Analysis. </a:t>
            </a:r>
          </a:p>
          <a:p>
            <a:pPr indent="-342900" marL="342900">
              <a:lnSpc>
                <a:spcPct val="150000"/>
              </a:lnSpc>
              <a:buAutoNum type="arabicPeriod"/>
            </a:pPr>
            <a:r>
              <a:rPr dirty="0" lang="en-US"/>
              <a:t>Develop a system that has a flexible form design.</a:t>
            </a:r>
          </a:p>
          <a:p>
            <a:pPr indent="-342900" marL="342900">
              <a:lnSpc>
                <a:spcPct val="150000"/>
              </a:lnSpc>
              <a:buAutoNum type="arabicPeriod"/>
            </a:pPr>
            <a:r>
              <a:rPr dirty="0" lang="en-US"/>
              <a:t>The system should have provision to view performance during working with system After completing the requirement determination and doing re analysis a new system is designed which could solve the problem of existing system and fulfill the requirement of the users. </a:t>
            </a:r>
            <a:endParaRPr b="0" dirty="0" i="0" lang="en-US">
              <a:solidFill>
                <a:srgbClr val="374151"/>
              </a:solidFill>
              <a:effectLst/>
              <a:latin typeface="Times New Roman" panose="02020603050405020304" pitchFamily="18" charset="0"/>
              <a:cs typeface="Times New Roman" panose="02020603050405020304" pitchFamily="18" charset="0"/>
            </a:endParaRPr>
          </a:p>
        </p:txBody>
      </p:sp>
      <p:cxnSp>
        <p:nvCxnSpPr>
          <p:cNvPr id="3145733" name="Straight Connector 1"/>
          <p:cNvCxnSpPr>
            <a:cxnSpLocks/>
          </p:cNvCxnSpPr>
          <p:nvPr/>
        </p:nvCxnSpPr>
        <p:spPr>
          <a:xfrm>
            <a:off x="0" y="4675910"/>
            <a:ext cx="9144000" cy="0"/>
          </a:xfrm>
          <a:prstGeom prst="line"/>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48624" name="Google Shape;61;g5fab984687_2_0"/>
          <p:cNvSpPr txBox="1"/>
          <p:nvPr/>
        </p:nvSpPr>
        <p:spPr>
          <a:xfrm>
            <a:off x="138652" y="4713110"/>
            <a:ext cx="707168" cy="322263"/>
          </a:xfrm>
          <a:prstGeom prst="rect"/>
          <a:noFill/>
          <a:ln>
            <a:noFill/>
          </a:ln>
        </p:spPr>
        <p:txBody>
          <a:bodyPr anchor="t" anchorCtr="0" bIns="91425" lIns="91425" rIns="91425" spcFirstLastPara="1" tIns="91425" wrap="square">
            <a:noAutofit/>
          </a:bodyPr>
          <a:lst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9pPr>
          </a:lstStyle>
          <a:p>
            <a:pPr>
              <a:buSzPts val="2800"/>
            </a:pPr>
            <a:r>
              <a:rPr sz="1000" lang="en-IN">
                <a:solidFill>
                  <a:schemeClr val="tx1"/>
                </a:solidFill>
              </a:rPr>
              <a:t>Source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53" name=""/>
        <p:cNvGrpSpPr/>
        <p:nvPr/>
      </p:nvGrpSpPr>
      <p:grpSpPr>
        <a:xfrm>
          <a:off x="0" y="0"/>
          <a:ext cx="0" cy="0"/>
          <a:chOff x="0" y="0"/>
          <a:chExt cx="0" cy="0"/>
        </a:xfrm>
      </p:grpSpPr>
      <p:sp>
        <p:nvSpPr>
          <p:cNvPr id="1048627" name="TextBox 2"/>
          <p:cNvSpPr txBox="1"/>
          <p:nvPr/>
        </p:nvSpPr>
        <p:spPr>
          <a:xfrm>
            <a:off x="492236" y="594573"/>
            <a:ext cx="8017933" cy="700000"/>
          </a:xfrm>
          <a:prstGeom prst="rect"/>
          <a:noFill/>
        </p:spPr>
        <p:txBody>
          <a:bodyPr wrap="square">
            <a:spAutoFit/>
          </a:bodyPr>
          <a:p>
            <a:pPr algn="l" lvl="1" marL="457200">
              <a:lnSpc>
                <a:spcPct val="150000"/>
              </a:lnSpc>
            </a:pPr>
            <a:endParaRPr b="0" i="0" lang="en-US">
              <a:solidFill>
                <a:srgbClr val="374151"/>
              </a:solidFill>
              <a:effectLst/>
              <a:latin typeface="Times New Roman" panose="02020603050405020304" pitchFamily="18" charset="0"/>
              <a:cs typeface="Times New Roman" panose="02020603050405020304" pitchFamily="18" charset="0"/>
            </a:endParaRPr>
          </a:p>
          <a:p>
            <a:pPr algn="l" indent="-285750" lvl="1" marL="742950">
              <a:lnSpc>
                <a:spcPct val="150000"/>
              </a:lnSpc>
              <a:buFont typeface="+mj-lt"/>
              <a:buAutoNum type="arabicPeriod"/>
            </a:pPr>
            <a:endParaRPr b="0" i="0" lang="en-US">
              <a:solidFill>
                <a:srgbClr val="374151"/>
              </a:solidFill>
              <a:effectLst/>
              <a:latin typeface="Times New Roman" panose="02020603050405020304" pitchFamily="18" charset="0"/>
              <a:cs typeface="Times New Roman" panose="02020603050405020304" pitchFamily="18" charset="0"/>
            </a:endParaRPr>
          </a:p>
        </p:txBody>
      </p:sp>
      <p:cxnSp>
        <p:nvCxnSpPr>
          <p:cNvPr id="3145734" name="Straight Connector 1"/>
          <p:cNvCxnSpPr>
            <a:cxnSpLocks/>
          </p:cNvCxnSpPr>
          <p:nvPr/>
        </p:nvCxnSpPr>
        <p:spPr>
          <a:xfrm>
            <a:off x="0" y="4675910"/>
            <a:ext cx="9144000" cy="0"/>
          </a:xfrm>
          <a:prstGeom prst="line"/>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48628" name="Google Shape;61;g5fab984687_2_0"/>
          <p:cNvSpPr txBox="1"/>
          <p:nvPr/>
        </p:nvSpPr>
        <p:spPr>
          <a:xfrm>
            <a:off x="138652" y="4713110"/>
            <a:ext cx="707168" cy="322263"/>
          </a:xfrm>
          <a:prstGeom prst="rect"/>
          <a:noFill/>
          <a:ln>
            <a:noFill/>
          </a:ln>
        </p:spPr>
        <p:txBody>
          <a:bodyPr anchor="t" anchorCtr="0" bIns="91425" lIns="91425" rIns="91425" spcFirstLastPara="1" tIns="91425" wrap="square">
            <a:noAutofit/>
          </a:bodyPr>
          <a:lst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9pPr>
          </a:lstStyle>
          <a:p>
            <a:pPr>
              <a:buSzPts val="2800"/>
            </a:pPr>
            <a:r>
              <a:rPr sz="1000" lang="en-IN">
                <a:solidFill>
                  <a:schemeClr val="tx1"/>
                </a:solidFill>
              </a:rPr>
              <a:t>Source :</a:t>
            </a:r>
          </a:p>
        </p:txBody>
      </p:sp>
      <p:sp>
        <p:nvSpPr>
          <p:cNvPr id="1048629" name="Title 4"/>
          <p:cNvSpPr>
            <a:spLocks noGrp="1"/>
          </p:cNvSpPr>
          <p:nvPr>
            <p:ph type="title"/>
          </p:nvPr>
        </p:nvSpPr>
        <p:spPr>
          <a:xfrm>
            <a:off x="492236" y="783441"/>
            <a:ext cx="7551834" cy="3855270"/>
          </a:xfrm>
        </p:spPr>
        <p:txBody>
          <a:bodyPr/>
          <a:p>
            <a:r>
              <a:rPr dirty="0" sz="1600" lang="en-US"/>
              <a:t>The benefits of the “Designing Training Database &amp; Effectiveness” are as follows:- </a:t>
            </a:r>
            <a:br>
              <a:rPr dirty="0" sz="1600" lang="en-US"/>
            </a:br>
            <a:br>
              <a:rPr dirty="0" sz="1600" lang="en-US"/>
            </a:br>
            <a:r>
              <a:rPr dirty="0" sz="1600" lang="en-US"/>
              <a:t>• Quick and easy retrieval of information</a:t>
            </a:r>
            <a:br>
              <a:rPr dirty="0" sz="1600" lang="en-US"/>
            </a:br>
            <a:br>
              <a:rPr dirty="0" sz="1600" lang="en-US"/>
            </a:br>
            <a:r>
              <a:rPr dirty="0" sz="1600" lang="en-US"/>
              <a:t> • Low cost maintenance. </a:t>
            </a:r>
            <a:br>
              <a:rPr dirty="0" sz="1600" lang="en-US"/>
            </a:br>
            <a:br>
              <a:rPr dirty="0" sz="1600" lang="en-US"/>
            </a:br>
            <a:r>
              <a:rPr dirty="0" sz="1600" lang="en-US"/>
              <a:t>• The system is not person dependent.</a:t>
            </a:r>
            <a:br>
              <a:rPr dirty="0" sz="1600" lang="en-US"/>
            </a:br>
            <a:r>
              <a:rPr dirty="0" sz="1600" lang="en-US"/>
              <a:t> </a:t>
            </a:r>
            <a:br>
              <a:rPr dirty="0" sz="1600" lang="en-US"/>
            </a:br>
            <a:r>
              <a:rPr dirty="0" sz="1600" lang="en-US"/>
              <a:t>• Knowledge of computer skill required is minimum.</a:t>
            </a:r>
            <a:br>
              <a:rPr dirty="0" sz="1600" lang="en-US"/>
            </a:br>
            <a:br>
              <a:rPr dirty="0" sz="1600" lang="en-US"/>
            </a:br>
            <a:r>
              <a:rPr dirty="0" sz="1600" lang="en-US"/>
              <a:t> • Use of this system will automate the function.</a:t>
            </a:r>
            <a:br>
              <a:rPr dirty="0" sz="1600" lang="en-US"/>
            </a:br>
            <a:br>
              <a:rPr dirty="0" sz="1600" lang="en-US"/>
            </a:br>
            <a:r>
              <a:rPr dirty="0" sz="1600" lang="en-US"/>
              <a:t>• It will also lead this system to improve the quality</a:t>
            </a:r>
            <a:endParaRPr dirty="0" sz="1600"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54" name=""/>
        <p:cNvGrpSpPr/>
        <p:nvPr/>
      </p:nvGrpSpPr>
      <p:grpSpPr>
        <a:xfrm>
          <a:off x="0" y="0"/>
          <a:ext cx="0" cy="0"/>
          <a:chOff x="0" y="0"/>
          <a:chExt cx="0" cy="0"/>
        </a:xfrm>
      </p:grpSpPr>
      <p:sp>
        <p:nvSpPr>
          <p:cNvPr id="1048630" name="TextBox 2"/>
          <p:cNvSpPr txBox="1"/>
          <p:nvPr/>
        </p:nvSpPr>
        <p:spPr>
          <a:xfrm>
            <a:off x="138652" y="805841"/>
            <a:ext cx="8017933" cy="700000"/>
          </a:xfrm>
          <a:prstGeom prst="rect"/>
          <a:noFill/>
        </p:spPr>
        <p:txBody>
          <a:bodyPr wrap="square">
            <a:spAutoFit/>
          </a:bodyPr>
          <a:p>
            <a:pPr algn="l" lvl="1" marL="457200">
              <a:lnSpc>
                <a:spcPct val="150000"/>
              </a:lnSpc>
            </a:pPr>
            <a:endParaRPr b="0" dirty="0" i="0" lang="en-US">
              <a:solidFill>
                <a:srgbClr val="374151"/>
              </a:solidFill>
              <a:effectLst/>
              <a:latin typeface="Times New Roman" panose="02020603050405020304" pitchFamily="18" charset="0"/>
              <a:cs typeface="Times New Roman" panose="02020603050405020304" pitchFamily="18" charset="0"/>
            </a:endParaRPr>
          </a:p>
          <a:p>
            <a:pPr algn="l" indent="-285750" lvl="1" marL="742950">
              <a:lnSpc>
                <a:spcPct val="150000"/>
              </a:lnSpc>
              <a:buFont typeface="+mj-lt"/>
              <a:buAutoNum type="arabicPeriod"/>
            </a:pPr>
            <a:endParaRPr b="0" dirty="0" i="0" lang="en-US">
              <a:solidFill>
                <a:srgbClr val="374151"/>
              </a:solidFill>
              <a:effectLst/>
              <a:latin typeface="Times New Roman" panose="02020603050405020304" pitchFamily="18" charset="0"/>
              <a:cs typeface="Times New Roman" panose="02020603050405020304" pitchFamily="18" charset="0"/>
            </a:endParaRPr>
          </a:p>
        </p:txBody>
      </p:sp>
      <p:cxnSp>
        <p:nvCxnSpPr>
          <p:cNvPr id="3145735" name="Straight Connector 1"/>
          <p:cNvCxnSpPr>
            <a:cxnSpLocks/>
          </p:cNvCxnSpPr>
          <p:nvPr/>
        </p:nvCxnSpPr>
        <p:spPr>
          <a:xfrm>
            <a:off x="0" y="4675910"/>
            <a:ext cx="9144000" cy="0"/>
          </a:xfrm>
          <a:prstGeom prst="line"/>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48631" name="Google Shape;61;g5fab984687_2_0"/>
          <p:cNvSpPr txBox="1"/>
          <p:nvPr/>
        </p:nvSpPr>
        <p:spPr>
          <a:xfrm>
            <a:off x="138652" y="4713110"/>
            <a:ext cx="707168" cy="322263"/>
          </a:xfrm>
          <a:prstGeom prst="rect"/>
          <a:noFill/>
          <a:ln>
            <a:noFill/>
          </a:ln>
        </p:spPr>
        <p:txBody>
          <a:bodyPr anchor="t" anchorCtr="0" bIns="91425" lIns="91425" rIns="91425" spcFirstLastPara="1" tIns="91425" wrap="square">
            <a:noAutofit/>
          </a:bodyPr>
          <a:lst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9pPr>
          </a:lstStyle>
          <a:p>
            <a:pPr>
              <a:buSzPts val="2800"/>
            </a:pPr>
            <a:r>
              <a:rPr sz="1000" lang="en-IN">
                <a:solidFill>
                  <a:schemeClr val="tx1"/>
                </a:solidFill>
              </a:rPr>
              <a:t>Source :</a:t>
            </a:r>
          </a:p>
        </p:txBody>
      </p:sp>
      <p:sp>
        <p:nvSpPr>
          <p:cNvPr id="1048632" name="Title 4"/>
          <p:cNvSpPr>
            <a:spLocks noGrp="1"/>
          </p:cNvSpPr>
          <p:nvPr>
            <p:ph type="title"/>
          </p:nvPr>
        </p:nvSpPr>
        <p:spPr>
          <a:xfrm>
            <a:off x="490249" y="682486"/>
            <a:ext cx="7666335" cy="3858463"/>
          </a:xfrm>
        </p:spPr>
        <p:txBody>
          <a:bodyPr/>
          <a:p>
            <a:r>
              <a:rPr dirty="0" sz="1800" lang="en-US"/>
              <a:t>This Car Rental System project will enable the user to rent a vehicle. The user shall login to the system and check for availability of cars. The user specifies a type of car and the journey date and time. The Car Rental System shall check for the availability of the car and rent the car to the customer. The user can make payment online. The tool is designed using VB.net. All the data regarding the rental cars are stored in MySQL database. The user has to enter his name, address, phone details and check for the cars available for rent. The UI is very simple and the connectivity to back end is robust. The main advantage is that the user shall be able to choose a car depending on his budget.</a:t>
            </a:r>
            <a:br>
              <a:rPr dirty="0" sz="1800" lang="en-US">
                <a:solidFill>
                  <a:srgbClr val="374151"/>
                </a:solidFill>
                <a:latin typeface="Times New Roman" panose="02020603050405020304" pitchFamily="18" charset="0"/>
                <a:cs typeface="Times New Roman" panose="02020603050405020304" pitchFamily="18" charset="0"/>
              </a:rPr>
            </a:br>
            <a:endParaRPr dirty="0" sz="1800"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55" name="Shape 60"/>
        <p:cNvGrpSpPr/>
        <p:nvPr/>
      </p:nvGrpSpPr>
      <p:grpSpPr>
        <a:xfrm>
          <a:off x="0" y="0"/>
          <a:ext cx="0" cy="0"/>
          <a:chOff x="0" y="0"/>
          <a:chExt cx="0" cy="0"/>
        </a:xfrm>
      </p:grpSpPr>
      <p:sp>
        <p:nvSpPr>
          <p:cNvPr id="1048633" name="Google Shape;61;g5fab984687_2_0"/>
          <p:cNvSpPr txBox="1">
            <a:spLocks noGrp="1"/>
          </p:cNvSpPr>
          <p:nvPr>
            <p:ph type="title" idx="4294967295"/>
          </p:nvPr>
        </p:nvSpPr>
        <p:spPr>
          <a:xfrm>
            <a:off x="131032" y="682130"/>
            <a:ext cx="2936082" cy="322263"/>
          </a:xfrm>
          <a:prstGeom prst="rect"/>
          <a:noFill/>
          <a:ln>
            <a:noFill/>
          </a:ln>
        </p:spPr>
        <p:txBody>
          <a:bodyPr anchor="t" anchorCtr="0" bIns="91425" lIns="91425" rIns="91425" spcFirstLastPara="1" tIns="91425" wrap="square">
            <a:noAutofit/>
          </a:bodyPr>
          <a:p>
            <a:pPr algn="l" indent="0" lvl="0" marL="0" rtl="0">
              <a:lnSpc>
                <a:spcPct val="100000"/>
              </a:lnSpc>
              <a:spcBef>
                <a:spcPts val="0"/>
              </a:spcBef>
              <a:spcAft>
                <a:spcPts val="0"/>
              </a:spcAft>
              <a:buSzPts val="2800"/>
              <a:buNone/>
            </a:pPr>
            <a:r>
              <a:rPr b="1" sz="1600" lang="en-IN">
                <a:solidFill>
                  <a:srgbClr val="213163"/>
                </a:solidFill>
              </a:rPr>
              <a:t>Technology Used</a:t>
            </a:r>
            <a:endParaRPr sz="1600" lang="en-IN"/>
          </a:p>
        </p:txBody>
      </p:sp>
      <p:sp>
        <p:nvSpPr>
          <p:cNvPr id="1048634" name="Google Shape;62;g5fab984687_2_0"/>
          <p:cNvSpPr txBox="1"/>
          <p:nvPr/>
        </p:nvSpPr>
        <p:spPr>
          <a:xfrm>
            <a:off x="128063" y="1059160"/>
            <a:ext cx="5314387" cy="3790000"/>
          </a:xfrm>
          <a:prstGeom prst="rect"/>
          <a:noFill/>
          <a:ln>
            <a:noFill/>
          </a:ln>
        </p:spPr>
        <p:txBody>
          <a:bodyPr anchor="t" anchorCtr="0" bIns="91425" lIns="91425" rIns="91425" spcFirstLastPara="1" tIns="91425" wrap="square">
            <a:noAutofit/>
          </a:bodyPr>
          <a:lst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9pPr>
          </a:lstStyle>
          <a:p>
            <a:pPr indent="-173355" marL="173355">
              <a:spcBef>
                <a:spcPts val="200"/>
              </a:spcBef>
              <a:buClr>
                <a:srgbClr val="213163"/>
              </a:buClr>
              <a:buFont typeface="Arial" panose="020B0604020202020204" pitchFamily="34" charset="0"/>
              <a:buChar char="•"/>
            </a:pPr>
            <a:endParaRPr lang="en-US"/>
          </a:p>
          <a:p>
            <a:pPr indent="-173355" marL="173355">
              <a:spcBef>
                <a:spcPts val="200"/>
              </a:spcBef>
              <a:buClr>
                <a:srgbClr val="213163"/>
              </a:buClr>
              <a:buFont typeface="Arial" panose="020B0604020202020204" pitchFamily="34" charset="0"/>
              <a:buChar char="•"/>
            </a:pPr>
            <a:endParaRPr lang="en-US"/>
          </a:p>
          <a:p>
            <a:pPr indent="-173355" marL="173355">
              <a:spcBef>
                <a:spcPts val="200"/>
              </a:spcBef>
              <a:buClr>
                <a:srgbClr val="213163"/>
              </a:buClr>
              <a:buFont typeface="Arial" panose="020B0604020202020204" pitchFamily="34" charset="0"/>
              <a:buChar char="•"/>
            </a:pPr>
            <a:endParaRPr lang="en-US"/>
          </a:p>
        </p:txBody>
      </p:sp>
      <p:graphicFrame>
        <p:nvGraphicFramePr>
          <p:cNvPr id="4194304" name="Diagram 4"/>
          <p:cNvGraphicFramePr>
            <a:graphicFrameLocks/>
          </p:cNvGraphicFramePr>
          <p:nvPr/>
        </p:nvGraphicFramePr>
        <p:xfrm>
          <a:off x="-84668" y="615950"/>
          <a:ext cx="8951601" cy="4064000"/>
        </p:xfrm>
        <a:graphic>
          <a:graphicData uri="http://schemas.openxmlformats.org/drawingml/2006/diagram">
            <dgm:relIds xmlns:dgm="http://schemas.openxmlformats.org/drawingml/2006/diagram" xmlns:r="http://schemas.openxmlformats.org/officeDocument/2006/relationships" r:dm="rId2" r:lo="rId1" r:qs="rId5" r:cs="rId4"/>
          </a:graphicData>
        </a:graphic>
      </p:graphicFrame>
      <p:pic>
        <p:nvPicPr>
          <p:cNvPr id="2097158" name="Picture 8"/>
          <p:cNvPicPr>
            <a:picLocks noChangeAspect="1"/>
          </p:cNvPicPr>
          <p:nvPr/>
        </p:nvPicPr>
        <p:blipFill>
          <a:blip xmlns:r="http://schemas.openxmlformats.org/officeDocument/2006/relationships" r:embed="rId6"/>
          <a:stretch>
            <a:fillRect/>
          </a:stretch>
        </p:blipFill>
        <p:spPr>
          <a:xfrm>
            <a:off x="1021171" y="1723257"/>
            <a:ext cx="2956469" cy="2573047"/>
          </a:xfrm>
          <a:prstGeom prst="rect"/>
        </p:spPr>
      </p:pic>
      <p:pic>
        <p:nvPicPr>
          <p:cNvPr id="2097159" name="Picture 10"/>
          <p:cNvPicPr>
            <a:picLocks noChangeAspect="1"/>
          </p:cNvPicPr>
          <p:nvPr/>
        </p:nvPicPr>
        <p:blipFill>
          <a:blip xmlns:r="http://schemas.openxmlformats.org/officeDocument/2006/relationships" r:embed="rId7"/>
          <a:stretch>
            <a:fillRect/>
          </a:stretch>
        </p:blipFill>
        <p:spPr>
          <a:xfrm>
            <a:off x="4564380" y="1712692"/>
            <a:ext cx="4165599" cy="2090952"/>
          </a:xfrm>
          <a:prstGeom prst="rect"/>
        </p:spPr>
      </p:pic>
      <p:sp>
        <p:nvSpPr>
          <p:cNvPr id="1048635" name="TextBox 11"/>
          <p:cNvSpPr txBox="1"/>
          <p:nvPr/>
        </p:nvSpPr>
        <p:spPr>
          <a:xfrm>
            <a:off x="1000361" y="1361511"/>
            <a:ext cx="3318484" cy="307777"/>
          </a:xfrm>
          <a:prstGeom prst="rect"/>
          <a:noFill/>
        </p:spPr>
        <p:txBody>
          <a:bodyPr rtlCol="0" wrap="square">
            <a:spAutoFit/>
          </a:bodyPr>
          <a:p>
            <a:pPr algn="ctr"/>
            <a:r>
              <a:rPr lang="en-US"/>
              <a:t>Front-end</a:t>
            </a:r>
          </a:p>
        </p:txBody>
      </p:sp>
      <p:sp>
        <p:nvSpPr>
          <p:cNvPr id="1048636" name="TextBox 12"/>
          <p:cNvSpPr txBox="1"/>
          <p:nvPr/>
        </p:nvSpPr>
        <p:spPr>
          <a:xfrm>
            <a:off x="4865736" y="1287522"/>
            <a:ext cx="3580969" cy="307777"/>
          </a:xfrm>
          <a:prstGeom prst="rect"/>
          <a:noFill/>
        </p:spPr>
        <p:txBody>
          <a:bodyPr rtlCol="0" wrap="square">
            <a:spAutoFit/>
          </a:bodyPr>
          <a:p>
            <a:pPr algn="ctr"/>
            <a:r>
              <a:rPr lang="en-US"/>
              <a:t>Back-end</a:t>
            </a:r>
          </a:p>
        </p:txBody>
      </p:sp>
      <p:cxnSp>
        <p:nvCxnSpPr>
          <p:cNvPr id="3145736" name="Straight Connector 5"/>
          <p:cNvCxnSpPr>
            <a:cxnSpLocks/>
          </p:cNvCxnSpPr>
          <p:nvPr/>
        </p:nvCxnSpPr>
        <p:spPr>
          <a:xfrm>
            <a:off x="0" y="4675910"/>
            <a:ext cx="9144000" cy="0"/>
          </a:xfrm>
          <a:prstGeom prst="line"/>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48637" name="Google Shape;61;g5fab984687_2_0"/>
          <p:cNvSpPr txBox="1"/>
          <p:nvPr/>
        </p:nvSpPr>
        <p:spPr>
          <a:xfrm>
            <a:off x="138652" y="4713110"/>
            <a:ext cx="707168" cy="322263"/>
          </a:xfrm>
          <a:prstGeom prst="rect"/>
          <a:noFill/>
          <a:ln>
            <a:noFill/>
          </a:ln>
        </p:spPr>
        <p:txBody>
          <a:bodyPr anchor="t" anchorCtr="0" bIns="91425" lIns="91425" rIns="91425" spcFirstLastPara="1" tIns="91425" wrap="square">
            <a:noAutofit/>
          </a:bodyPr>
          <a:lst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9pPr>
          </a:lstStyle>
          <a:p>
            <a:pPr>
              <a:buSzPts val="2800"/>
            </a:pPr>
            <a:r>
              <a:rPr sz="1000" lang="en-IN">
                <a:solidFill>
                  <a:schemeClr val="tx1"/>
                </a:solidFill>
              </a:rPr>
              <a:t>Source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58" name="Shape 60"/>
        <p:cNvGrpSpPr/>
        <p:nvPr/>
      </p:nvGrpSpPr>
      <p:grpSpPr>
        <a:xfrm>
          <a:off x="0" y="0"/>
          <a:ext cx="0" cy="0"/>
          <a:chOff x="0" y="0"/>
          <a:chExt cx="0" cy="0"/>
        </a:xfrm>
      </p:grpSpPr>
      <p:sp>
        <p:nvSpPr>
          <p:cNvPr id="1048640" name="Google Shape;61;g5fab984687_2_0"/>
          <p:cNvSpPr txBox="1">
            <a:spLocks noGrp="1"/>
          </p:cNvSpPr>
          <p:nvPr>
            <p:ph type="title"/>
          </p:nvPr>
        </p:nvSpPr>
        <p:spPr>
          <a:xfrm>
            <a:off x="490249" y="650240"/>
            <a:ext cx="8118658" cy="3890709"/>
          </a:xfrm>
          <a:prstGeom prst="rect"/>
          <a:noFill/>
          <a:ln>
            <a:noFill/>
          </a:ln>
        </p:spPr>
        <p:txBody>
          <a:bodyPr anchor="t" anchorCtr="0" bIns="91425" lIns="91425" rIns="91425" spcFirstLastPara="1" tIns="91425" wrap="square">
            <a:noAutofit/>
          </a:bodyPr>
          <a:p>
            <a:r>
              <a:rPr b="1" dirty="0" sz="1600" lang="en-IN">
                <a:solidFill>
                  <a:srgbClr val="213163"/>
                </a:solidFill>
              </a:rPr>
              <a:t>Modelling &amp; Results</a:t>
            </a:r>
            <a:br>
              <a:rPr b="1" dirty="0" sz="1600" lang="en-IN">
                <a:solidFill>
                  <a:srgbClr val="213163"/>
                </a:solidFill>
              </a:rPr>
            </a:br>
            <a:br>
              <a:rPr b="1" dirty="0" sz="1600" lang="en-IN">
                <a:solidFill>
                  <a:srgbClr val="213163"/>
                </a:solidFill>
              </a:rPr>
            </a:br>
            <a:r>
              <a:rPr dirty="0" sz="1600" lang="en-US"/>
              <a:t>This project traverses a lot of areas ranging from business concept to computing field,</a:t>
            </a:r>
            <a:br>
              <a:rPr dirty="0" sz="1600" lang="en-US"/>
            </a:br>
            <a:r>
              <a:rPr dirty="0" sz="1600" lang="en-US"/>
              <a:t>and required to perform several researches to be able to achieve the project objectives.</a:t>
            </a:r>
            <a:br>
              <a:rPr dirty="0" sz="1600" lang="en-US"/>
            </a:br>
            <a:r>
              <a:rPr dirty="0" sz="1600" lang="en-US"/>
              <a:t>The area covers include:</a:t>
            </a:r>
            <a:br>
              <a:rPr dirty="0" sz="1600" lang="en-US"/>
            </a:br>
            <a:r>
              <a:rPr dirty="0" sz="1600" lang="en-US"/>
              <a:t>Car rental industry: This includes study on how the car rental business is being done,</a:t>
            </a:r>
            <a:br>
              <a:rPr dirty="0" sz="1600" lang="en-US"/>
            </a:br>
            <a:r>
              <a:rPr dirty="0" sz="1600" lang="en-US"/>
              <a:t>process involved and opportunity that exist for improvement.</a:t>
            </a:r>
            <a:br>
              <a:rPr dirty="0" sz="1600" lang="en-US"/>
            </a:br>
            <a:r>
              <a:rPr dirty="0" sz="1600" lang="en-US"/>
              <a:t>General customers as well as the company’s staff will be able to use the system</a:t>
            </a:r>
            <a:br>
              <a:rPr dirty="0" sz="1600" lang="en-US"/>
            </a:br>
            <a:r>
              <a:rPr dirty="0" sz="1600" lang="en-US"/>
              <a:t>effectively. Web-platform means that the system will be available for access 24/7 except when there is a temporary server issue which is expected to be minimal.</a:t>
            </a:r>
            <a:br>
              <a:rPr dirty="0" sz="1600" lang="en-US"/>
            </a:br>
            <a:r>
              <a:rPr dirty="0" sz="1600" lang="en-US"/>
              <a:t>The system </a:t>
            </a:r>
            <a:r>
              <a:rPr dirty="0" sz="1600" lang="en-US" err="1"/>
              <a:t>hasre</a:t>
            </a:r>
            <a:r>
              <a:rPr dirty="0" sz="1600" lang="en-US"/>
              <a:t> </a:t>
            </a:r>
            <a:r>
              <a:rPr dirty="0" sz="1600" lang="en-US" err="1"/>
              <a:t>acheda</a:t>
            </a:r>
            <a:r>
              <a:rPr dirty="0" sz="1600" lang="en-US"/>
              <a:t> steady state where all bugs have been eliminated. The system is operated at a high level of efficiency and all teachers and users associated with the system understand its advantage. The system solves the problem- it was intended to solve as requirement specification. The system is user friendly &amp; easy to maintain.</a:t>
            </a:r>
            <a:br>
              <a:rPr dirty="0" sz="1600" lang="en-US"/>
            </a:br>
            <a:endParaRPr dirty="0" sz="1600" lang="en-IN"/>
          </a:p>
        </p:txBody>
      </p:sp>
      <p:cxnSp>
        <p:nvCxnSpPr>
          <p:cNvPr id="3145737" name="Straight Connector 1"/>
          <p:cNvCxnSpPr>
            <a:cxnSpLocks/>
          </p:cNvCxnSpPr>
          <p:nvPr/>
        </p:nvCxnSpPr>
        <p:spPr>
          <a:xfrm>
            <a:off x="0" y="4675910"/>
            <a:ext cx="9144000" cy="0"/>
          </a:xfrm>
          <a:prstGeom prst="line"/>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48641" name="Google Shape;61;g5fab984687_2_0"/>
          <p:cNvSpPr txBox="1"/>
          <p:nvPr/>
        </p:nvSpPr>
        <p:spPr>
          <a:xfrm>
            <a:off x="138652" y="4713110"/>
            <a:ext cx="707168" cy="322263"/>
          </a:xfrm>
          <a:prstGeom prst="rect"/>
          <a:noFill/>
          <a:ln>
            <a:noFill/>
          </a:ln>
        </p:spPr>
        <p:txBody>
          <a:bodyPr anchor="t" anchorCtr="0" bIns="91425" lIns="91425" rIns="91425" spcFirstLastPara="1" tIns="91425" wrap="square">
            <a:noAutofit/>
          </a:bodyPr>
          <a:lst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9pPr>
          </a:lstStyle>
          <a:p>
            <a:pPr>
              <a:buSzPts val="2800"/>
            </a:pPr>
            <a:r>
              <a:rPr sz="1000" lang="en-IN">
                <a:solidFill>
                  <a:schemeClr val="tx1"/>
                </a:solidFill>
              </a:rPr>
              <a:t>Source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62" name=""/>
        <p:cNvGrpSpPr/>
        <p:nvPr/>
      </p:nvGrpSpPr>
      <p:grpSpPr>
        <a:xfrm>
          <a:off x="0" y="0"/>
          <a:ext cx="0" cy="0"/>
          <a:chOff x="0" y="0"/>
          <a:chExt cx="0" cy="0"/>
        </a:xfrm>
      </p:grpSpPr>
      <p:sp>
        <p:nvSpPr>
          <p:cNvPr id="1048647" name="Title 1"/>
          <p:cNvSpPr>
            <a:spLocks noGrp="1"/>
          </p:cNvSpPr>
          <p:nvPr>
            <p:ph type="title"/>
          </p:nvPr>
        </p:nvSpPr>
        <p:spPr>
          <a:xfrm>
            <a:off x="155850" y="613142"/>
            <a:ext cx="8832300" cy="451933"/>
          </a:xfrm>
        </p:spPr>
        <p:txBody>
          <a:bodyPr/>
          <a:p>
            <a:pPr algn="ctr"/>
            <a:r>
              <a:rPr lang="en-US"/>
              <a:t>Homepage</a:t>
            </a:r>
          </a:p>
        </p:txBody>
      </p:sp>
      <p:pic>
        <p:nvPicPr>
          <p:cNvPr id="2097160" name="Picture 5"/>
          <p:cNvPicPr>
            <a:picLocks noChangeAspect="1"/>
          </p:cNvPicPr>
          <p:nvPr/>
        </p:nvPicPr>
        <p:blipFill>
          <a:blip xmlns:r="http://schemas.openxmlformats.org/officeDocument/2006/relationships" r:embed="rId1"/>
          <a:stretch>
            <a:fillRect/>
          </a:stretch>
        </p:blipFill>
        <p:spPr>
          <a:xfrm>
            <a:off x="572067" y="1065075"/>
            <a:ext cx="7708318" cy="3652630"/>
          </a:xfrm>
          <a:prstGeom prst="rec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64" name=""/>
        <p:cNvGrpSpPr/>
        <p:nvPr/>
      </p:nvGrpSpPr>
      <p:grpSpPr>
        <a:xfrm>
          <a:off x="0" y="0"/>
          <a:ext cx="0" cy="0"/>
          <a:chOff x="0" y="0"/>
          <a:chExt cx="0" cy="0"/>
        </a:xfrm>
      </p:grpSpPr>
      <p:sp>
        <p:nvSpPr>
          <p:cNvPr id="1048650" name="Title 1"/>
          <p:cNvSpPr>
            <a:spLocks noGrp="1"/>
          </p:cNvSpPr>
          <p:nvPr>
            <p:ph type="title"/>
          </p:nvPr>
        </p:nvSpPr>
        <p:spPr>
          <a:xfrm>
            <a:off x="628560" y="601132"/>
            <a:ext cx="7886430" cy="666517"/>
          </a:xfrm>
        </p:spPr>
        <p:txBody>
          <a:bodyPr/>
          <a:p>
            <a:pPr algn="ctr"/>
            <a:r>
              <a:rPr b="1" dirty="0" lang="en-US"/>
              <a:t>About-Us-Page</a:t>
            </a:r>
          </a:p>
        </p:txBody>
      </p:sp>
      <p:pic>
        <p:nvPicPr>
          <p:cNvPr id="2097161" name="Picture 2"/>
          <p:cNvPicPr>
            <a:picLocks noChangeAspect="1"/>
          </p:cNvPicPr>
          <p:nvPr/>
        </p:nvPicPr>
        <p:blipFill>
          <a:blip xmlns:r="http://schemas.openxmlformats.org/officeDocument/2006/relationships" r:embed="rId1"/>
          <a:stretch>
            <a:fillRect/>
          </a:stretch>
        </p:blipFill>
        <p:spPr>
          <a:xfrm>
            <a:off x="910788" y="1186369"/>
            <a:ext cx="7321974" cy="3427039"/>
          </a:xfrm>
          <a:prstGeom prst="rec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65" name=""/>
        <p:cNvGrpSpPr/>
        <p:nvPr/>
      </p:nvGrpSpPr>
      <p:grpSpPr>
        <a:xfrm>
          <a:off x="0" y="0"/>
          <a:ext cx="0" cy="0"/>
          <a:chOff x="0" y="0"/>
          <a:chExt cx="0" cy="0"/>
        </a:xfrm>
      </p:grpSpPr>
      <p:sp>
        <p:nvSpPr>
          <p:cNvPr id="1048651" name="Title 1"/>
          <p:cNvSpPr>
            <a:spLocks noGrp="1"/>
          </p:cNvSpPr>
          <p:nvPr>
            <p:ph type="title"/>
          </p:nvPr>
        </p:nvSpPr>
        <p:spPr>
          <a:xfrm>
            <a:off x="628560" y="635000"/>
            <a:ext cx="7886430" cy="632649"/>
          </a:xfrm>
        </p:spPr>
        <p:txBody>
          <a:bodyPr/>
          <a:p>
            <a:pPr algn="ctr"/>
            <a:r>
              <a:rPr b="1" dirty="0" lang="en-US"/>
              <a:t>Service-Page</a:t>
            </a:r>
          </a:p>
        </p:txBody>
      </p:sp>
      <p:pic>
        <p:nvPicPr>
          <p:cNvPr id="2097162" name="Picture 2"/>
          <p:cNvPicPr>
            <a:picLocks noChangeAspect="1"/>
          </p:cNvPicPr>
          <p:nvPr/>
        </p:nvPicPr>
        <p:blipFill>
          <a:blip xmlns:r="http://schemas.openxmlformats.org/officeDocument/2006/relationships" r:embed="rId1"/>
          <a:stretch>
            <a:fillRect/>
          </a:stretch>
        </p:blipFill>
        <p:spPr>
          <a:xfrm>
            <a:off x="860214" y="1165013"/>
            <a:ext cx="7267788" cy="3382433"/>
          </a:xfrm>
          <a:prstGeom prst="rec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66" name=""/>
        <p:cNvGrpSpPr/>
        <p:nvPr/>
      </p:nvGrpSpPr>
      <p:grpSpPr>
        <a:xfrm>
          <a:off x="0" y="0"/>
          <a:ext cx="0" cy="0"/>
          <a:chOff x="0" y="0"/>
          <a:chExt cx="0" cy="0"/>
        </a:xfrm>
      </p:grpSpPr>
      <p:sp>
        <p:nvSpPr>
          <p:cNvPr id="1048652" name="Title 1"/>
          <p:cNvSpPr>
            <a:spLocks noGrp="1"/>
          </p:cNvSpPr>
          <p:nvPr>
            <p:ph type="title"/>
          </p:nvPr>
        </p:nvSpPr>
        <p:spPr>
          <a:xfrm>
            <a:off x="628560" y="643466"/>
            <a:ext cx="7886430" cy="624183"/>
          </a:xfrm>
        </p:spPr>
        <p:txBody>
          <a:bodyPr/>
          <a:p>
            <a:pPr algn="ctr"/>
            <a:r>
              <a:rPr b="1" lang="en-US"/>
              <a:t>Departments-Page</a:t>
            </a:r>
          </a:p>
        </p:txBody>
      </p:sp>
      <p:pic>
        <p:nvPicPr>
          <p:cNvPr id="2097163" name="Picture 2"/>
          <p:cNvPicPr>
            <a:picLocks noChangeAspect="1"/>
          </p:cNvPicPr>
          <p:nvPr/>
        </p:nvPicPr>
        <p:blipFill>
          <a:blip xmlns:r="http://schemas.openxmlformats.org/officeDocument/2006/relationships" r:embed="rId1"/>
          <a:stretch>
            <a:fillRect/>
          </a:stretch>
        </p:blipFill>
        <p:spPr>
          <a:xfrm>
            <a:off x="724747" y="1205653"/>
            <a:ext cx="7193280" cy="3386667"/>
          </a:xfrm>
          <a:prstGeom prst="rec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67" name=""/>
        <p:cNvGrpSpPr/>
        <p:nvPr/>
      </p:nvGrpSpPr>
      <p:grpSpPr>
        <a:xfrm>
          <a:off x="0" y="0"/>
          <a:ext cx="0" cy="0"/>
          <a:chOff x="0" y="0"/>
          <a:chExt cx="0" cy="0"/>
        </a:xfrm>
      </p:grpSpPr>
      <p:sp>
        <p:nvSpPr>
          <p:cNvPr id="1048653" name="Title 1"/>
          <p:cNvSpPr>
            <a:spLocks noGrp="1"/>
          </p:cNvSpPr>
          <p:nvPr>
            <p:ph type="title"/>
          </p:nvPr>
        </p:nvSpPr>
        <p:spPr>
          <a:xfrm>
            <a:off x="486320" y="326813"/>
            <a:ext cx="7886430" cy="649583"/>
          </a:xfrm>
        </p:spPr>
        <p:txBody>
          <a:bodyPr/>
          <a:p>
            <a:pPr algn="ctr"/>
            <a:r>
              <a:rPr b="1" dirty="0" lang="en-US"/>
              <a:t>Blog-Page</a:t>
            </a:r>
          </a:p>
        </p:txBody>
      </p:sp>
      <p:pic>
        <p:nvPicPr>
          <p:cNvPr id="2097164" name="Picture 2"/>
          <p:cNvPicPr>
            <a:picLocks noChangeAspect="1"/>
          </p:cNvPicPr>
          <p:nvPr/>
        </p:nvPicPr>
        <p:blipFill>
          <a:blip xmlns:r="http://schemas.openxmlformats.org/officeDocument/2006/relationships" r:embed="rId1"/>
          <a:stretch>
            <a:fillRect/>
          </a:stretch>
        </p:blipFill>
        <p:spPr>
          <a:xfrm>
            <a:off x="2050149" y="814164"/>
            <a:ext cx="5122811" cy="3875851"/>
          </a:xfrm>
          <a:prstGeom prst="rec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68" name=""/>
        <p:cNvGrpSpPr/>
        <p:nvPr/>
      </p:nvGrpSpPr>
      <p:grpSpPr>
        <a:xfrm>
          <a:off x="0" y="0"/>
          <a:ext cx="0" cy="0"/>
          <a:chOff x="0" y="0"/>
          <a:chExt cx="0" cy="0"/>
        </a:xfrm>
      </p:grpSpPr>
      <p:sp>
        <p:nvSpPr>
          <p:cNvPr id="1048654" name="Title 1"/>
          <p:cNvSpPr>
            <a:spLocks noGrp="1"/>
          </p:cNvSpPr>
          <p:nvPr>
            <p:ph type="title"/>
          </p:nvPr>
        </p:nvSpPr>
        <p:spPr>
          <a:xfrm>
            <a:off x="152400" y="762000"/>
            <a:ext cx="7938052" cy="3778950"/>
          </a:xfrm>
        </p:spPr>
        <p:txBody>
          <a:bodyPr/>
          <a:p>
            <a:r>
              <a:rPr b="1" dirty="0" sz="1600" lang="en-IN">
                <a:solidFill>
                  <a:srgbClr val="213163"/>
                </a:solidFill>
                <a:latin typeface="+mj-lt"/>
              </a:rPr>
              <a:t>Future </a:t>
            </a:r>
            <a:r>
              <a:rPr b="1" dirty="0" sz="1600" lang="en-US">
                <a:solidFill>
                  <a:srgbClr val="213163"/>
                </a:solidFill>
                <a:latin typeface="+mj-lt"/>
              </a:rPr>
              <a:t>Enhancements</a:t>
            </a:r>
            <a:r>
              <a:rPr b="1" dirty="0" sz="1600" lang="en-US">
                <a:solidFill>
                  <a:srgbClr val="374151"/>
                </a:solidFill>
                <a:latin typeface="+mj-lt"/>
                <a:cs typeface="Times New Roman" panose="02020603050405020304" pitchFamily="18" charset="0"/>
              </a:rPr>
              <a:t>:</a:t>
            </a:r>
            <a:br>
              <a:rPr b="1" dirty="0" sz="1600" lang="en-US">
                <a:solidFill>
                  <a:srgbClr val="374151"/>
                </a:solidFill>
                <a:latin typeface="+mj-lt"/>
                <a:cs typeface="Times New Roman" panose="02020603050405020304" pitchFamily="18" charset="0"/>
              </a:rPr>
            </a:br>
            <a:br>
              <a:rPr b="1" dirty="0" sz="2000" lang="en-US">
                <a:solidFill>
                  <a:srgbClr val="374151"/>
                </a:solidFill>
                <a:latin typeface="+mj-lt"/>
                <a:cs typeface="Times New Roman" panose="02020603050405020304" pitchFamily="18" charset="0"/>
              </a:rPr>
            </a:br>
            <a:r>
              <a:rPr dirty="0" sz="2000" lang="en-US"/>
              <a:t>This order cars online system project aimed at developing an online car rental system which can be used in small places, and medium cities firstly and then on a large scale. </a:t>
            </a:r>
            <a:br>
              <a:rPr dirty="0" sz="2000" lang="en-US"/>
            </a:br>
            <a:r>
              <a:rPr dirty="0" sz="2000" lang="en-US"/>
              <a:t>▪ It is developed to help car rental to simplify their daily operational and managerial task as well as improve the dining experience of customers. </a:t>
            </a:r>
            <a:br>
              <a:rPr dirty="0" sz="6000" lang="en-US"/>
            </a:br>
            <a:r>
              <a:rPr dirty="0" sz="2000" lang="en-US"/>
              <a:t>▪ And also helps restaurant develop healthy customer relationships by providing good services. The system enables staff to let update and make changes to their cars and beverage list information based on the orders placed and the orders completed</a:t>
            </a:r>
            <a:r>
              <a:rPr dirty="0" sz="1600" lang="en-US"/>
              <a:t>.</a:t>
            </a:r>
            <a:br>
              <a:rPr b="0" dirty="0" sz="1600" i="0" lang="en-US">
                <a:solidFill>
                  <a:srgbClr val="374151"/>
                </a:solidFill>
                <a:effectLst/>
                <a:latin typeface="Söhne"/>
              </a:rPr>
            </a:br>
            <a:endParaRPr dirty="0" sz="1600"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69" name="Shape 60"/>
        <p:cNvGrpSpPr/>
        <p:nvPr/>
      </p:nvGrpSpPr>
      <p:grpSpPr>
        <a:xfrm>
          <a:off x="0" y="0"/>
          <a:ext cx="0" cy="0"/>
          <a:chOff x="0" y="0"/>
          <a:chExt cx="0" cy="0"/>
        </a:xfrm>
      </p:grpSpPr>
      <p:sp>
        <p:nvSpPr>
          <p:cNvPr id="1048655" name="Google Shape;61;g5fab984687_2_0"/>
          <p:cNvSpPr txBox="1">
            <a:spLocks noGrp="1"/>
          </p:cNvSpPr>
          <p:nvPr>
            <p:ph type="title"/>
          </p:nvPr>
        </p:nvSpPr>
        <p:spPr>
          <a:xfrm>
            <a:off x="490249" y="609600"/>
            <a:ext cx="8321857" cy="3931350"/>
          </a:xfrm>
          <a:prstGeom prst="rect"/>
          <a:noFill/>
          <a:ln>
            <a:noFill/>
          </a:ln>
        </p:spPr>
        <p:txBody>
          <a:bodyPr anchor="t" anchorCtr="0" bIns="91425" lIns="91425" rIns="91425" spcFirstLastPara="1" tIns="91425" wrap="square">
            <a:noAutofit/>
          </a:bodyPr>
          <a:p>
            <a:pPr lvl="0">
              <a:buSzPts val="2800"/>
            </a:pPr>
            <a:r>
              <a:rPr b="1" dirty="0" sz="1600" lang="en-IN">
                <a:solidFill>
                  <a:srgbClr val="213163"/>
                </a:solidFill>
              </a:rPr>
              <a:t>Conclusion</a:t>
            </a:r>
            <a:br>
              <a:rPr b="1" dirty="0" sz="1600" lang="en-IN">
                <a:solidFill>
                  <a:srgbClr val="213163"/>
                </a:solidFill>
              </a:rPr>
            </a:br>
            <a:br>
              <a:rPr b="1" dirty="0" sz="1600" lang="en-IN">
                <a:solidFill>
                  <a:srgbClr val="213163"/>
                </a:solidFill>
              </a:rPr>
            </a:br>
            <a:r>
              <a:rPr dirty="0" sz="1400" lang="en-US"/>
              <a:t>An CAR RENTAL APPLICATION is developed where the customers can make an order for the cars and avoid the hassles of waiting for the order to be taken by the waiter. Using the application, the end users register online, read the E-menu card and select the cars from the e-menu card to order cars online. Once the customer selects the required cars item the chef will be able to see the results on the screen and start processing the cars. This application nullifies the need of a waiter or reduces the workload of the </a:t>
            </a:r>
            <a:r>
              <a:rPr dirty="0" sz="1400" lang="en-US" err="1"/>
              <a:t>waiter.The</a:t>
            </a:r>
            <a:r>
              <a:rPr dirty="0" sz="1400" lang="en-US"/>
              <a:t> advantage is that in a crowded restaurant there will be chances that the waiters are overloaded with orders and they are unable to meet the requirements of the customer in a satisfactory manner. Therefore by using this application, the users can directly place the order for cars to the chef online. In conclusion an online car rental system is proposed which is useful in small family run car rental as well as in places like college cafeteria, etc. This project can later be expanded on a larger scale. It is developed for car </a:t>
            </a:r>
            <a:r>
              <a:rPr dirty="0" sz="1400" lang="en-US" err="1"/>
              <a:t>rentalto</a:t>
            </a:r>
            <a:r>
              <a:rPr dirty="0" sz="1400" lang="en-US"/>
              <a:t> simplify their routine managerial and operational task and to improve the dining experience of the </a:t>
            </a:r>
            <a:r>
              <a:rPr dirty="0" sz="1400" lang="en-US" err="1"/>
              <a:t>clients.This</a:t>
            </a:r>
            <a:r>
              <a:rPr dirty="0" sz="1400" lang="en-US"/>
              <a:t> also helps the restaurant owners develop healthy customer relationships by providing reasonably good services. The system also enables the restaurant to know the items available in real time and make changes to their cars and beverage inventory based on the orders placed and the orders completed.</a:t>
            </a:r>
            <a:endParaRPr dirty="0" sz="1400" lang="en-IN"/>
          </a:p>
        </p:txBody>
      </p:sp>
      <p:cxnSp>
        <p:nvCxnSpPr>
          <p:cNvPr id="3145738" name="Straight Connector 1"/>
          <p:cNvCxnSpPr>
            <a:cxnSpLocks/>
          </p:cNvCxnSpPr>
          <p:nvPr/>
        </p:nvCxnSpPr>
        <p:spPr>
          <a:xfrm>
            <a:off x="0" y="4675910"/>
            <a:ext cx="9144000" cy="0"/>
          </a:xfrm>
          <a:prstGeom prst="line"/>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48656" name="Google Shape;61;g5fab984687_2_0"/>
          <p:cNvSpPr txBox="1"/>
          <p:nvPr/>
        </p:nvSpPr>
        <p:spPr>
          <a:xfrm>
            <a:off x="138651" y="4649739"/>
            <a:ext cx="3180281" cy="322263"/>
          </a:xfrm>
          <a:prstGeom prst="rect"/>
          <a:noFill/>
          <a:ln>
            <a:noFill/>
          </a:ln>
        </p:spPr>
        <p:txBody>
          <a:bodyPr anchor="t" anchorCtr="0" bIns="91425" lIns="91425" rIns="91425" spcFirstLastPara="1" tIns="91425" wrap="square">
            <a:noAutofit/>
          </a:bodyPr>
          <a:lst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9pPr>
          </a:lstStyle>
          <a:p>
            <a:pPr>
              <a:buSzPts val="2800"/>
            </a:pPr>
            <a:r>
              <a:rPr dirty="0" sz="1000" lang="en-IN">
                <a:solidFill>
                  <a:schemeClr val="tx1"/>
                </a:solidFill>
              </a:rPr>
              <a:t>Source : </a:t>
            </a:r>
            <a:r>
              <a:rPr dirty="0" sz="1000" lang="en-IN"/>
              <a:t>arkajainuniversity.ac.in</a:t>
            </a:r>
            <a:endParaRPr dirty="0" sz="1000" lang="en-IN">
              <a:solidFill>
                <a:schemeClr val="tx1"/>
              </a:solidFill>
            </a:endParaRPr>
          </a:p>
          <a:p>
            <a:pPr>
              <a:buSzPts val="2800"/>
            </a:pPr>
            <a:endParaRPr dirty="0" sz="1000" lang="en-IN">
              <a:solidFill>
                <a:schemeClr val="tx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73" name=""/>
        <p:cNvGrpSpPr/>
        <p:nvPr/>
      </p:nvGrpSpPr>
      <p:grpSpPr>
        <a:xfrm>
          <a:off x="0" y="0"/>
          <a:ext cx="0" cy="0"/>
          <a:chOff x="0" y="0"/>
          <a:chExt cx="0" cy="0"/>
        </a:xfrm>
      </p:grpSpPr>
      <p:sp>
        <p:nvSpPr>
          <p:cNvPr id="1048664" name="object 2"/>
          <p:cNvSpPr txBox="1">
            <a:spLocks noGrp="1"/>
          </p:cNvSpPr>
          <p:nvPr>
            <p:ph type="title"/>
          </p:nvPr>
        </p:nvSpPr>
        <p:spPr>
          <a:xfrm>
            <a:off x="3504528" y="2334505"/>
            <a:ext cx="2149019" cy="474489"/>
          </a:xfrm>
          <a:prstGeom prst="rect"/>
        </p:spPr>
        <p:txBody>
          <a:bodyPr bIns="0" lIns="0" rIns="0" rtlCol="0" tIns="12700" vert="horz" wrap="square">
            <a:spAutoFit/>
          </a:bodyPr>
          <a:p>
            <a:pPr marL="12700">
              <a:lnSpc>
                <a:spcPct val="100000"/>
              </a:lnSpc>
              <a:spcBef>
                <a:spcPts val="100"/>
              </a:spcBef>
            </a:pPr>
            <a:r>
              <a:rPr b="1" sz="3000" lang="en-US" spc="-5">
                <a:solidFill>
                  <a:srgbClr val="223366"/>
                </a:solidFill>
              </a:rPr>
              <a:t>Thank You!</a:t>
            </a: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item1.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5" ma:contentTypeDescription="Create a new document." ma:contentTypeScope="" ma:versionID="7670618c03e54fbae4a17ecb2d0ed10f">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3d63de1c5a217044e31e0c8b260d3d71"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1C8AE9E-D236-9E40-8357-85D7426EC24F}">
  <ds:schemaRefs>
    <ds:schemaRef ds:uri="http://schemas.microsoft.com/office/2006/metadata/contentType"/>
    <ds:schemaRef ds:uri="http://schemas.microsoft.com/office/2006/metadata/properties/metaAttributes"/>
    <ds:schemaRef ds:uri="http://www.w3.org/2000/xmlns/"/>
    <ds:schemaRef ds:uri="http://www.w3.org/2001/XMLSchema"/>
    <ds:schemaRef ds:uri="9162bd5b-4ed9-4da3-b376-05204580ba3f"/>
    <ds:schemaRef ds:uri="c0fa2617-96bd-425d-8578-e93563fe37c5"/>
  </ds:schemaRefs>
</ds:datastoreItem>
</file>

<file path=docProps/app.xml><?xml version="1.0" encoding="utf-8"?>
<Properties xmlns="http://schemas.openxmlformats.org/officeDocument/2006/extended-properties">
  <Application>Microsoft Office PowerPoint</Application>
  <ScaleCrop>0</ScaleCrop>
  <LinksUpToDate>0</LinksUpToDate>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PowerPoint Presentation</dc:title>
  <dc:creator>Dr Moinudeen Syed</dc:creator>
  <cp:lastModifiedBy>Deva Baskaran</cp:lastModifiedBy>
  <dcterms:created xsi:type="dcterms:W3CDTF">2024-04-06T08:37:02Z</dcterms:created>
  <dcterms:modified xsi:type="dcterms:W3CDTF">2024-05-10T12:14:59Z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y fmtid="{D5CDD505-2E9C-101B-9397-08002B2CF9AE}" pid="3" name="ICV">
    <vt:lpwstr>6a380cbbdaab4b5cb2f90d0ab6efcb85</vt:lpwstr>
  </property>
</Properties>
</file>